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58" r:id="rId10"/>
  </p:sldIdLst>
  <p:sldSz cx="9906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CBCB"/>
          </a:solidFill>
        </a:fill>
      </a:tcStyle>
    </a:wholeTbl>
    <a:band2H>
      <a:tcTxStyle b="def" i="def"/>
      <a:tcStyle>
        <a:tcBdr/>
        <a:fill>
          <a:solidFill>
            <a:srgbClr val="F6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E1E3"/>
          </a:solidFill>
        </a:fill>
      </a:tcStyle>
    </a:wholeTbl>
    <a:band2H>
      <a:tcTxStyle b="def" i="def"/>
      <a:tcStyle>
        <a:tcBdr/>
        <a:fill>
          <a:solidFill>
            <a:srgbClr val="ECF1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DACB"/>
          </a:solidFill>
        </a:fill>
      </a:tcStyle>
    </a:wholeTbl>
    <a:band2H>
      <a:tcTxStyle b="def" i="def"/>
      <a:tcStyle>
        <a:tcBdr/>
        <a:fill>
          <a:solidFill>
            <a:srgbClr val="F6ED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5" name="Shape 10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Shape 10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9" name="Shape 10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&lt;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更新手順</a:t>
            </a:r>
            <a:r>
              <a:t>&gt;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　</a:t>
            </a:r>
            <a:r>
              <a:t>Excel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対応部分（自動更新）　</a:t>
            </a:r>
            <a:r>
              <a:t>python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対応部分（手動更新）</a:t>
            </a:r>
          </a:p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以下、</a:t>
            </a:r>
            <a:r>
              <a:t>BBG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端末</a:t>
            </a:r>
          </a:p>
          <a:p>
            <a:pPr/>
            <a:r>
              <a:t>①</a:t>
            </a:r>
            <a:r>
              <a:t>BLF_Monitor.xlsx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を開く</a:t>
            </a:r>
          </a:p>
          <a:p>
            <a:pPr/>
            <a:r>
              <a:t>②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この</a:t>
            </a:r>
            <a:r>
              <a:t>pptx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を開く（リンクを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更新する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選択）　➡</a:t>
            </a:r>
            <a:r>
              <a:t>Excel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対応部分が更新されるのを確認する</a:t>
            </a:r>
          </a:p>
          <a:p>
            <a:pPr/>
          </a:p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以下、自分のノート</a:t>
            </a:r>
            <a:r>
              <a:t>PC</a:t>
            </a:r>
          </a:p>
          <a:p>
            <a:pPr/>
            <a:r>
              <a:t>③</a:t>
            </a:r>
            <a:r>
              <a:t>Patchbay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上で</a:t>
            </a:r>
            <a:r>
              <a:t>python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を動かし、</a:t>
            </a:r>
            <a:r>
              <a:t>home_efs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以下に画像を出力</a:t>
            </a:r>
          </a:p>
          <a:p>
            <a:pPr/>
            <a:r>
              <a:t>④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この</a:t>
            </a:r>
            <a:r>
              <a:t>pptx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を開く（リンクを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更新</a:t>
            </a:r>
            <a:r>
              <a:rPr b="1">
                <a:solidFill>
                  <a:srgbClr val="FF0000"/>
                </a:solidFill>
                <a:latin typeface="+mj-lt"/>
                <a:ea typeface="+mj-ea"/>
                <a:cs typeface="+mj-cs"/>
                <a:sym typeface="Helvetica"/>
              </a:rPr>
              <a:t>しない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選択）</a:t>
            </a:r>
          </a:p>
          <a:p>
            <a:pPr/>
            <a:r>
              <a:t>⑤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ファイルタブ＞ファイルへのリンクの編集から手動更新　➡</a:t>
            </a:r>
            <a:r>
              <a:t>python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対応部分が更新されるのを確認する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jp_Nomura Standar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0"/>
          <p:cNvGrpSpPr/>
          <p:nvPr/>
        </p:nvGrpSpPr>
        <p:grpSpPr>
          <a:xfrm>
            <a:off x="272750" y="1899"/>
            <a:ext cx="9633285" cy="2516190"/>
            <a:chOff x="0" y="0"/>
            <a:chExt cx="9633285" cy="2516188"/>
          </a:xfrm>
        </p:grpSpPr>
        <p:sp>
          <p:nvSpPr>
            <p:cNvPr id="25" name="Freeform 24"/>
            <p:cNvSpPr/>
            <p:nvPr/>
          </p:nvSpPr>
          <p:spPr>
            <a:xfrm>
              <a:off x="3724275" y="0"/>
              <a:ext cx="5909011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759"/>
                  </a:moveTo>
                  <a:lnTo>
                    <a:pt x="2802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242" y="0"/>
                  </a:lnTo>
                  <a:lnTo>
                    <a:pt x="0" y="6759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6" name="Freeform 25"/>
            <p:cNvSpPr/>
            <p:nvPr/>
          </p:nvSpPr>
          <p:spPr>
            <a:xfrm>
              <a:off x="3208338" y="1173163"/>
              <a:ext cx="963614" cy="1343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04" y="21600"/>
                  </a:moveTo>
                  <a:lnTo>
                    <a:pt x="21600" y="21600"/>
                  </a:lnTo>
                  <a:lnTo>
                    <a:pt x="8185" y="0"/>
                  </a:lnTo>
                  <a:lnTo>
                    <a:pt x="0" y="13583"/>
                  </a:lnTo>
                  <a:lnTo>
                    <a:pt x="4804" y="21600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7" name="Freeform 26"/>
            <p:cNvSpPr/>
            <p:nvPr/>
          </p:nvSpPr>
          <p:spPr>
            <a:xfrm>
              <a:off x="1989138" y="830263"/>
              <a:ext cx="1241426" cy="1685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7871" y="21600"/>
                  </a:lnTo>
                  <a:lnTo>
                    <a:pt x="21600" y="15214"/>
                  </a:lnTo>
                  <a:lnTo>
                    <a:pt x="126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057525" y="0"/>
              <a:ext cx="685800" cy="1173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6350" y="21600"/>
                  </a:lnTo>
                  <a:lnTo>
                    <a:pt x="21600" y="14497"/>
                  </a:lnTo>
                  <a:lnTo>
                    <a:pt x="10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9" name="Freeform 28"/>
            <p:cNvSpPr/>
            <p:nvPr/>
          </p:nvSpPr>
          <p:spPr>
            <a:xfrm>
              <a:off x="3381375" y="0"/>
              <a:ext cx="692150" cy="78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99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30" name="Freeform 29"/>
            <p:cNvSpPr/>
            <p:nvPr/>
          </p:nvSpPr>
          <p:spPr>
            <a:xfrm>
              <a:off x="2708275" y="0"/>
              <a:ext cx="877888" cy="2017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888"/>
                  </a:moveTo>
                  <a:lnTo>
                    <a:pt x="12616" y="21600"/>
                  </a:lnTo>
                  <a:lnTo>
                    <a:pt x="21600" y="12559"/>
                  </a:lnTo>
                  <a:lnTo>
                    <a:pt x="8827" y="0"/>
                  </a:lnTo>
                  <a:lnTo>
                    <a:pt x="0" y="8888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359025" y="0"/>
              <a:ext cx="717550" cy="8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361" y="28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2171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312863" y="0"/>
              <a:ext cx="1414464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70" y="95"/>
                  </a:moveTo>
                  <a:lnTo>
                    <a:pt x="16121" y="0"/>
                  </a:lnTo>
                  <a:lnTo>
                    <a:pt x="0" y="21600"/>
                  </a:lnTo>
                  <a:lnTo>
                    <a:pt x="10473" y="21600"/>
                  </a:lnTo>
                  <a:lnTo>
                    <a:pt x="21600" y="7127"/>
                  </a:lnTo>
                  <a:lnTo>
                    <a:pt x="16170" y="95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33" name="Freeform 32"/>
            <p:cNvSpPr/>
            <p:nvPr/>
          </p:nvSpPr>
          <p:spPr>
            <a:xfrm>
              <a:off x="0" y="0"/>
              <a:ext cx="2381250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05" y="0"/>
                  </a:moveTo>
                  <a:lnTo>
                    <a:pt x="0" y="21600"/>
                  </a:lnTo>
                  <a:lnTo>
                    <a:pt x="11995" y="21600"/>
                  </a:lnTo>
                  <a:lnTo>
                    <a:pt x="21600" y="0"/>
                  </a:lnTo>
                  <a:lnTo>
                    <a:pt x="9605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7" name="Group 33"/>
          <p:cNvGrpSpPr/>
          <p:nvPr/>
        </p:nvGrpSpPr>
        <p:grpSpPr>
          <a:xfrm>
            <a:off x="7786023" y="310689"/>
            <a:ext cx="1839369" cy="374839"/>
            <a:chOff x="0" y="0"/>
            <a:chExt cx="1839368" cy="374837"/>
          </a:xfrm>
        </p:grpSpPr>
        <p:pic>
          <p:nvPicPr>
            <p:cNvPr id="35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79227" y="0"/>
              <a:ext cx="1260142" cy="2160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" name="TextBox 13"/>
            <p:cNvSpPr txBox="1"/>
            <p:nvPr/>
          </p:nvSpPr>
          <p:spPr>
            <a:xfrm>
              <a:off x="0" y="247837"/>
              <a:ext cx="1809115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i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Connecting Markets East &amp; West</a:t>
              </a:r>
            </a:p>
          </p:txBody>
        </p:sp>
      </p:grpSp>
      <p:sp>
        <p:nvSpPr>
          <p:cNvPr id="38" name="本文レベル1…"/>
          <p:cNvSpPr txBox="1"/>
          <p:nvPr>
            <p:ph type="body" sz="quarter" idx="1" hasCustomPrompt="1"/>
          </p:nvPr>
        </p:nvSpPr>
        <p:spPr>
          <a:xfrm>
            <a:off x="266399" y="6453335"/>
            <a:ext cx="3960442" cy="239908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  <a:lvl2pPr marL="284956" indent="-283369">
              <a:lnSpc>
                <a:spcPct val="120000"/>
              </a:lnSpc>
              <a:spcBef>
                <a:spcPts val="0"/>
              </a:spcBef>
              <a:defRPr sz="1400"/>
            </a:lvl2pPr>
            <a:lvl3pPr marL="433122" indent="-187060">
              <a:lnSpc>
                <a:spcPct val="120000"/>
              </a:lnSpc>
              <a:spcBef>
                <a:spcPts val="0"/>
              </a:spcBef>
              <a:defRPr sz="1400"/>
            </a:lvl3pPr>
            <a:lvl4pPr marL="570971" indent="-162983">
              <a:lnSpc>
                <a:spcPct val="120000"/>
              </a:lnSpc>
              <a:spcBef>
                <a:spcPts val="0"/>
              </a:spcBef>
              <a:defRPr sz="1400"/>
            </a:lvl4pPr>
            <a:lvl5pPr marL="762265" indent="-212990">
              <a:lnSpc>
                <a:spcPct val="120000"/>
              </a:lnSpc>
              <a:spcBef>
                <a:spcPts val="0"/>
              </a:spcBef>
              <a:defRPr sz="1400"/>
            </a:lvl5pPr>
          </a:lstStyle>
          <a:p>
            <a:pPr/>
            <a:r>
              <a:t>日付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" name="Text Placeholder 18"/>
          <p:cNvSpPr/>
          <p:nvPr>
            <p:ph type="body" sz="quarter" idx="21" hasCustomPrompt="1"/>
          </p:nvPr>
        </p:nvSpPr>
        <p:spPr>
          <a:xfrm>
            <a:off x="7164465" y="4869160"/>
            <a:ext cx="2448273" cy="1223418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algn="r"/>
          </a:lstStyle>
          <a:p>
            <a:pPr/>
            <a:r>
              <a:t>顧客ロゴ使用時</a:t>
            </a:r>
          </a:p>
        </p:txBody>
      </p:sp>
      <p:sp>
        <p:nvSpPr>
          <p:cNvPr id="40" name="Text Placeholder 31"/>
          <p:cNvSpPr/>
          <p:nvPr>
            <p:ph type="body" sz="quarter" idx="22" hasCustomPrompt="1"/>
          </p:nvPr>
        </p:nvSpPr>
        <p:spPr>
          <a:xfrm>
            <a:off x="266399" y="4869160"/>
            <a:ext cx="3960442" cy="79208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部署名 </a:t>
            </a:r>
          </a:p>
        </p:txBody>
      </p:sp>
      <p:sp>
        <p:nvSpPr>
          <p:cNvPr id="41" name="Text Placeholder 31"/>
          <p:cNvSpPr/>
          <p:nvPr>
            <p:ph type="body" sz="quarter" idx="23" hasCustomPrompt="1"/>
          </p:nvPr>
        </p:nvSpPr>
        <p:spPr>
          <a:xfrm>
            <a:off x="266399" y="5821288"/>
            <a:ext cx="3960442" cy="47200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61536">
              <a:lnSpc>
                <a:spcPct val="120000"/>
              </a:lnSpc>
              <a:spcBef>
                <a:spcPts val="0"/>
              </a:spcBef>
              <a:defRPr sz="1260"/>
            </a:lvl1pPr>
          </a:lstStyle>
          <a:p>
            <a:pPr/>
            <a:r>
              <a:t>プレゼンター名1 プレゼンター名2</a:t>
            </a:r>
          </a:p>
        </p:txBody>
      </p:sp>
      <p:sp>
        <p:nvSpPr>
          <p:cNvPr id="42" name="Text Placeholder 17"/>
          <p:cNvSpPr/>
          <p:nvPr>
            <p:ph type="body" sz="quarter" idx="24" hasCustomPrompt="1"/>
          </p:nvPr>
        </p:nvSpPr>
        <p:spPr>
          <a:xfrm>
            <a:off x="273049" y="3935952"/>
            <a:ext cx="7200002" cy="5076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b="1" sz="1800"/>
            </a:lvl1pPr>
          </a:lstStyle>
          <a:p>
            <a:pPr/>
            <a:r>
              <a:t>サブタイトル</a:t>
            </a:r>
          </a:p>
        </p:txBody>
      </p:sp>
      <p:sp>
        <p:nvSpPr>
          <p:cNvPr id="43" name="タイトル"/>
          <p:cNvSpPr txBox="1"/>
          <p:nvPr>
            <p:ph type="title" hasCustomPrompt="1"/>
          </p:nvPr>
        </p:nvSpPr>
        <p:spPr>
          <a:xfrm>
            <a:off x="273050" y="3002400"/>
            <a:ext cx="7200001" cy="858953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タイトル</a:t>
            </a:r>
          </a:p>
        </p:txBody>
      </p:sp>
      <p:sp>
        <p:nvSpPr>
          <p:cNvPr id="44" name="テキスト プレースホルダ 24"/>
          <p:cNvSpPr/>
          <p:nvPr>
            <p:ph type="body" sz="quarter" idx="25" hasCustomPrompt="1"/>
          </p:nvPr>
        </p:nvSpPr>
        <p:spPr>
          <a:xfrm>
            <a:off x="273049" y="2590800"/>
            <a:ext cx="7200002" cy="304800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909399">
              <a:spcBef>
                <a:spcPts val="1100"/>
              </a:spcBef>
              <a:defRPr b="1" sz="2090"/>
            </a:lvl1pPr>
          </a:lstStyle>
          <a:p>
            <a:pPr/>
            <a:r>
              <a:t>○○○○○株式会社御中</a:t>
            </a:r>
          </a:p>
        </p:txBody>
      </p:sp>
      <p:grpSp>
        <p:nvGrpSpPr>
          <p:cNvPr id="110" name="グループ化 36"/>
          <p:cNvGrpSpPr/>
          <p:nvPr/>
        </p:nvGrpSpPr>
        <p:grpSpPr>
          <a:xfrm>
            <a:off x="8091509" y="6507956"/>
            <a:ext cx="1517202" cy="178852"/>
            <a:chOff x="0" y="0"/>
            <a:chExt cx="1517200" cy="178851"/>
          </a:xfrm>
        </p:grpSpPr>
        <p:sp>
          <p:nvSpPr>
            <p:cNvPr id="45" name="Freeform 5"/>
            <p:cNvSpPr/>
            <p:nvPr/>
          </p:nvSpPr>
          <p:spPr>
            <a:xfrm>
              <a:off x="1056432" y="3031"/>
              <a:ext cx="83363" cy="175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22" y="18993"/>
                  </a:moveTo>
                  <a:lnTo>
                    <a:pt x="21207" y="19738"/>
                  </a:lnTo>
                  <a:lnTo>
                    <a:pt x="21600" y="20297"/>
                  </a:lnTo>
                  <a:lnTo>
                    <a:pt x="21600" y="21041"/>
                  </a:lnTo>
                  <a:lnTo>
                    <a:pt x="21207" y="21414"/>
                  </a:lnTo>
                  <a:lnTo>
                    <a:pt x="20029" y="21600"/>
                  </a:lnTo>
                  <a:lnTo>
                    <a:pt x="18065" y="21600"/>
                  </a:lnTo>
                  <a:lnTo>
                    <a:pt x="15709" y="21228"/>
                  </a:lnTo>
                  <a:lnTo>
                    <a:pt x="13745" y="20855"/>
                  </a:lnTo>
                  <a:lnTo>
                    <a:pt x="12567" y="20110"/>
                  </a:lnTo>
                  <a:lnTo>
                    <a:pt x="10996" y="19552"/>
                  </a:lnTo>
                  <a:lnTo>
                    <a:pt x="7855" y="17876"/>
                  </a:lnTo>
                  <a:lnTo>
                    <a:pt x="5498" y="15641"/>
                  </a:lnTo>
                  <a:lnTo>
                    <a:pt x="3535" y="13034"/>
                  </a:lnTo>
                  <a:lnTo>
                    <a:pt x="1964" y="10241"/>
                  </a:lnTo>
                  <a:lnTo>
                    <a:pt x="785" y="7262"/>
                  </a:lnTo>
                  <a:lnTo>
                    <a:pt x="393" y="3910"/>
                  </a:lnTo>
                  <a:lnTo>
                    <a:pt x="0" y="0"/>
                  </a:lnTo>
                  <a:lnTo>
                    <a:pt x="8247" y="1117"/>
                  </a:lnTo>
                  <a:lnTo>
                    <a:pt x="7462" y="1676"/>
                  </a:lnTo>
                  <a:lnTo>
                    <a:pt x="7855" y="4655"/>
                  </a:lnTo>
                  <a:lnTo>
                    <a:pt x="8247" y="7076"/>
                  </a:lnTo>
                  <a:lnTo>
                    <a:pt x="9033" y="9497"/>
                  </a:lnTo>
                  <a:lnTo>
                    <a:pt x="9818" y="11172"/>
                  </a:lnTo>
                  <a:lnTo>
                    <a:pt x="11389" y="13034"/>
                  </a:lnTo>
                  <a:lnTo>
                    <a:pt x="12567" y="14338"/>
                  </a:lnTo>
                  <a:lnTo>
                    <a:pt x="14138" y="15828"/>
                  </a:lnTo>
                  <a:lnTo>
                    <a:pt x="15709" y="16759"/>
                  </a:lnTo>
                  <a:lnTo>
                    <a:pt x="17280" y="16386"/>
                  </a:lnTo>
                  <a:lnTo>
                    <a:pt x="18065" y="15641"/>
                  </a:lnTo>
                  <a:lnTo>
                    <a:pt x="20029" y="13593"/>
                  </a:lnTo>
                  <a:lnTo>
                    <a:pt x="20029" y="18062"/>
                  </a:lnTo>
                  <a:lnTo>
                    <a:pt x="20422" y="1899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46" name="Freeform 6"/>
            <p:cNvSpPr/>
            <p:nvPr/>
          </p:nvSpPr>
          <p:spPr>
            <a:xfrm>
              <a:off x="604758" y="6062"/>
              <a:ext cx="133381" cy="168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946"/>
                  </a:moveTo>
                  <a:lnTo>
                    <a:pt x="17673" y="0"/>
                  </a:lnTo>
                  <a:lnTo>
                    <a:pt x="15464" y="2724"/>
                  </a:lnTo>
                  <a:lnTo>
                    <a:pt x="13500" y="4865"/>
                  </a:lnTo>
                  <a:lnTo>
                    <a:pt x="15218" y="4865"/>
                  </a:lnTo>
                  <a:lnTo>
                    <a:pt x="19882" y="2335"/>
                  </a:lnTo>
                  <a:lnTo>
                    <a:pt x="21600" y="1946"/>
                  </a:lnTo>
                  <a:close/>
                  <a:moveTo>
                    <a:pt x="11291" y="13038"/>
                  </a:moveTo>
                  <a:lnTo>
                    <a:pt x="14482" y="13038"/>
                  </a:lnTo>
                  <a:lnTo>
                    <a:pt x="15709" y="12065"/>
                  </a:lnTo>
                  <a:lnTo>
                    <a:pt x="18409" y="14011"/>
                  </a:lnTo>
                  <a:lnTo>
                    <a:pt x="17673" y="18681"/>
                  </a:lnTo>
                  <a:lnTo>
                    <a:pt x="16936" y="19654"/>
                  </a:lnTo>
                  <a:lnTo>
                    <a:pt x="15955" y="20432"/>
                  </a:lnTo>
                  <a:lnTo>
                    <a:pt x="14973" y="21405"/>
                  </a:lnTo>
                  <a:lnTo>
                    <a:pt x="14236" y="21405"/>
                  </a:lnTo>
                  <a:lnTo>
                    <a:pt x="13500" y="21600"/>
                  </a:lnTo>
                  <a:lnTo>
                    <a:pt x="12273" y="21600"/>
                  </a:lnTo>
                  <a:lnTo>
                    <a:pt x="12273" y="21211"/>
                  </a:lnTo>
                  <a:lnTo>
                    <a:pt x="12027" y="20432"/>
                  </a:lnTo>
                  <a:lnTo>
                    <a:pt x="11782" y="19849"/>
                  </a:lnTo>
                  <a:lnTo>
                    <a:pt x="11782" y="19654"/>
                  </a:lnTo>
                  <a:lnTo>
                    <a:pt x="10800" y="18486"/>
                  </a:lnTo>
                  <a:lnTo>
                    <a:pt x="12764" y="18486"/>
                  </a:lnTo>
                  <a:lnTo>
                    <a:pt x="13500" y="18292"/>
                  </a:lnTo>
                  <a:lnTo>
                    <a:pt x="13745" y="17903"/>
                  </a:lnTo>
                  <a:lnTo>
                    <a:pt x="13991" y="17708"/>
                  </a:lnTo>
                  <a:lnTo>
                    <a:pt x="14236" y="17319"/>
                  </a:lnTo>
                  <a:lnTo>
                    <a:pt x="14727" y="14789"/>
                  </a:lnTo>
                  <a:lnTo>
                    <a:pt x="14727" y="14595"/>
                  </a:lnTo>
                  <a:lnTo>
                    <a:pt x="10064" y="14595"/>
                  </a:lnTo>
                  <a:lnTo>
                    <a:pt x="10064" y="14789"/>
                  </a:lnTo>
                  <a:lnTo>
                    <a:pt x="9573" y="16151"/>
                  </a:lnTo>
                  <a:lnTo>
                    <a:pt x="8345" y="17319"/>
                  </a:lnTo>
                  <a:lnTo>
                    <a:pt x="7364" y="18681"/>
                  </a:lnTo>
                  <a:lnTo>
                    <a:pt x="6136" y="19654"/>
                  </a:lnTo>
                  <a:lnTo>
                    <a:pt x="4664" y="20238"/>
                  </a:lnTo>
                  <a:lnTo>
                    <a:pt x="3191" y="20627"/>
                  </a:lnTo>
                  <a:lnTo>
                    <a:pt x="1718" y="21211"/>
                  </a:lnTo>
                  <a:lnTo>
                    <a:pt x="0" y="21405"/>
                  </a:lnTo>
                  <a:lnTo>
                    <a:pt x="1964" y="20238"/>
                  </a:lnTo>
                  <a:lnTo>
                    <a:pt x="4173" y="18486"/>
                  </a:lnTo>
                  <a:lnTo>
                    <a:pt x="4909" y="17319"/>
                  </a:lnTo>
                  <a:lnTo>
                    <a:pt x="5891" y="16151"/>
                  </a:lnTo>
                  <a:lnTo>
                    <a:pt x="6382" y="14789"/>
                  </a:lnTo>
                  <a:lnTo>
                    <a:pt x="6382" y="14595"/>
                  </a:lnTo>
                  <a:lnTo>
                    <a:pt x="4173" y="14595"/>
                  </a:lnTo>
                  <a:lnTo>
                    <a:pt x="3436" y="13038"/>
                  </a:lnTo>
                  <a:lnTo>
                    <a:pt x="11291" y="13038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47" name="Freeform 7"/>
            <p:cNvSpPr/>
            <p:nvPr/>
          </p:nvSpPr>
          <p:spPr>
            <a:xfrm>
              <a:off x="90941" y="3031"/>
              <a:ext cx="86394" cy="11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095" y="8581"/>
                  </a:moveTo>
                  <a:lnTo>
                    <a:pt x="14400" y="6214"/>
                  </a:lnTo>
                  <a:lnTo>
                    <a:pt x="20084" y="2959"/>
                  </a:lnTo>
                  <a:lnTo>
                    <a:pt x="15158" y="0"/>
                  </a:lnTo>
                  <a:lnTo>
                    <a:pt x="12884" y="1479"/>
                  </a:lnTo>
                  <a:lnTo>
                    <a:pt x="0" y="1479"/>
                  </a:lnTo>
                  <a:lnTo>
                    <a:pt x="758" y="3847"/>
                  </a:lnTo>
                  <a:lnTo>
                    <a:pt x="12126" y="3847"/>
                  </a:lnTo>
                  <a:lnTo>
                    <a:pt x="10232" y="5918"/>
                  </a:lnTo>
                  <a:lnTo>
                    <a:pt x="7958" y="7693"/>
                  </a:lnTo>
                  <a:lnTo>
                    <a:pt x="9095" y="8581"/>
                  </a:lnTo>
                  <a:close/>
                  <a:moveTo>
                    <a:pt x="11368" y="21600"/>
                  </a:moveTo>
                  <a:lnTo>
                    <a:pt x="13642" y="20712"/>
                  </a:lnTo>
                  <a:lnTo>
                    <a:pt x="16674" y="18937"/>
                  </a:lnTo>
                  <a:lnTo>
                    <a:pt x="21600" y="15682"/>
                  </a:lnTo>
                  <a:lnTo>
                    <a:pt x="16674" y="12723"/>
                  </a:lnTo>
                  <a:lnTo>
                    <a:pt x="14779" y="13907"/>
                  </a:lnTo>
                  <a:lnTo>
                    <a:pt x="758" y="13907"/>
                  </a:lnTo>
                  <a:lnTo>
                    <a:pt x="1137" y="16274"/>
                  </a:lnTo>
                  <a:lnTo>
                    <a:pt x="14400" y="16274"/>
                  </a:lnTo>
                  <a:lnTo>
                    <a:pt x="13263" y="18345"/>
                  </a:lnTo>
                  <a:lnTo>
                    <a:pt x="11368" y="20416"/>
                  </a:lnTo>
                  <a:lnTo>
                    <a:pt x="11368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48" name="Freeform 8"/>
            <p:cNvSpPr/>
            <p:nvPr/>
          </p:nvSpPr>
          <p:spPr>
            <a:xfrm>
              <a:off x="280401" y="69721"/>
              <a:ext cx="28798" cy="4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411" y="12825"/>
                  </a:moveTo>
                  <a:lnTo>
                    <a:pt x="4547" y="17550"/>
                  </a:lnTo>
                  <a:lnTo>
                    <a:pt x="6821" y="20250"/>
                  </a:lnTo>
                  <a:lnTo>
                    <a:pt x="9095" y="20925"/>
                  </a:lnTo>
                  <a:lnTo>
                    <a:pt x="12505" y="21600"/>
                  </a:lnTo>
                  <a:lnTo>
                    <a:pt x="17053" y="20925"/>
                  </a:lnTo>
                  <a:lnTo>
                    <a:pt x="19326" y="19575"/>
                  </a:lnTo>
                  <a:lnTo>
                    <a:pt x="20463" y="17550"/>
                  </a:lnTo>
                  <a:lnTo>
                    <a:pt x="21600" y="14850"/>
                  </a:lnTo>
                  <a:lnTo>
                    <a:pt x="20463" y="12150"/>
                  </a:lnTo>
                  <a:lnTo>
                    <a:pt x="19326" y="10125"/>
                  </a:lnTo>
                  <a:lnTo>
                    <a:pt x="14779" y="6075"/>
                  </a:lnTo>
                  <a:lnTo>
                    <a:pt x="7958" y="2025"/>
                  </a:lnTo>
                  <a:lnTo>
                    <a:pt x="0" y="0"/>
                  </a:lnTo>
                  <a:lnTo>
                    <a:pt x="2274" y="4050"/>
                  </a:lnTo>
                  <a:lnTo>
                    <a:pt x="3411" y="7425"/>
                  </a:lnTo>
                  <a:lnTo>
                    <a:pt x="3411" y="12825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49" name="Freeform 9"/>
            <p:cNvSpPr/>
            <p:nvPr/>
          </p:nvSpPr>
          <p:spPr>
            <a:xfrm>
              <a:off x="515333" y="10610"/>
              <a:ext cx="34861" cy="197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757" y="21600"/>
                  </a:moveTo>
                  <a:lnTo>
                    <a:pt x="12209" y="18277"/>
                  </a:lnTo>
                  <a:lnTo>
                    <a:pt x="21600" y="13292"/>
                  </a:lnTo>
                  <a:lnTo>
                    <a:pt x="15026" y="0"/>
                  </a:lnTo>
                  <a:lnTo>
                    <a:pt x="9391" y="9969"/>
                  </a:lnTo>
                  <a:lnTo>
                    <a:pt x="0" y="19938"/>
                  </a:lnTo>
                  <a:lnTo>
                    <a:pt x="3757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0" name="Freeform 10"/>
            <p:cNvSpPr/>
            <p:nvPr/>
          </p:nvSpPr>
          <p:spPr>
            <a:xfrm>
              <a:off x="530490" y="22735"/>
              <a:ext cx="33346" cy="18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909" y="21600"/>
                  </a:moveTo>
                  <a:lnTo>
                    <a:pt x="21600" y="14400"/>
                  </a:lnTo>
                  <a:lnTo>
                    <a:pt x="14727" y="0"/>
                  </a:lnTo>
                  <a:lnTo>
                    <a:pt x="7855" y="12600"/>
                  </a:lnTo>
                  <a:lnTo>
                    <a:pt x="0" y="21600"/>
                  </a:lnTo>
                  <a:lnTo>
                    <a:pt x="490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1" name="Freeform 11"/>
            <p:cNvSpPr/>
            <p:nvPr/>
          </p:nvSpPr>
          <p:spPr>
            <a:xfrm>
              <a:off x="841205" y="89425"/>
              <a:ext cx="113677" cy="72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960" y="9000"/>
                  </a:moveTo>
                  <a:lnTo>
                    <a:pt x="15552" y="15300"/>
                  </a:lnTo>
                  <a:lnTo>
                    <a:pt x="17568" y="18900"/>
                  </a:lnTo>
                  <a:lnTo>
                    <a:pt x="19584" y="21600"/>
                  </a:lnTo>
                  <a:lnTo>
                    <a:pt x="21600" y="13950"/>
                  </a:lnTo>
                  <a:lnTo>
                    <a:pt x="19296" y="11250"/>
                  </a:lnTo>
                  <a:lnTo>
                    <a:pt x="16992" y="8100"/>
                  </a:lnTo>
                  <a:lnTo>
                    <a:pt x="14688" y="4500"/>
                  </a:lnTo>
                  <a:lnTo>
                    <a:pt x="12960" y="0"/>
                  </a:lnTo>
                  <a:lnTo>
                    <a:pt x="12960" y="9000"/>
                  </a:lnTo>
                  <a:close/>
                  <a:moveTo>
                    <a:pt x="8640" y="0"/>
                  </a:moveTo>
                  <a:lnTo>
                    <a:pt x="7776" y="0"/>
                  </a:lnTo>
                  <a:lnTo>
                    <a:pt x="4032" y="10800"/>
                  </a:lnTo>
                  <a:lnTo>
                    <a:pt x="0" y="19800"/>
                  </a:lnTo>
                  <a:lnTo>
                    <a:pt x="4608" y="14850"/>
                  </a:lnTo>
                  <a:lnTo>
                    <a:pt x="8640" y="9900"/>
                  </a:lnTo>
                  <a:lnTo>
                    <a:pt x="864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2" name="Freeform 12"/>
            <p:cNvSpPr/>
            <p:nvPr/>
          </p:nvSpPr>
          <p:spPr>
            <a:xfrm>
              <a:off x="1448995" y="3031"/>
              <a:ext cx="28799" cy="160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326" y="21600"/>
                  </a:moveTo>
                  <a:lnTo>
                    <a:pt x="19326" y="1834"/>
                  </a:lnTo>
                  <a:lnTo>
                    <a:pt x="21600" y="1223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9326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3" name="Freeform 13"/>
            <p:cNvSpPr/>
            <p:nvPr/>
          </p:nvSpPr>
          <p:spPr>
            <a:xfrm>
              <a:off x="1424744" y="56080"/>
              <a:ext cx="80332" cy="15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709" y="6480"/>
                  </a:moveTo>
                  <a:lnTo>
                    <a:pt x="17932" y="0"/>
                  </a:lnTo>
                  <a:lnTo>
                    <a:pt x="21600" y="15120"/>
                  </a:lnTo>
                  <a:lnTo>
                    <a:pt x="19970" y="21600"/>
                  </a:lnTo>
                  <a:lnTo>
                    <a:pt x="815" y="21600"/>
                  </a:lnTo>
                  <a:lnTo>
                    <a:pt x="0" y="6480"/>
                  </a:lnTo>
                  <a:lnTo>
                    <a:pt x="16709" y="648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4" name="Freeform 14"/>
            <p:cNvSpPr/>
            <p:nvPr/>
          </p:nvSpPr>
          <p:spPr>
            <a:xfrm>
              <a:off x="1409587" y="157631"/>
              <a:ext cx="107615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645" y="3927"/>
                  </a:moveTo>
                  <a:lnTo>
                    <a:pt x="18558" y="0"/>
                  </a:lnTo>
                  <a:lnTo>
                    <a:pt x="21600" y="11782"/>
                  </a:lnTo>
                  <a:lnTo>
                    <a:pt x="20383" y="21600"/>
                  </a:lnTo>
                  <a:lnTo>
                    <a:pt x="913" y="21600"/>
                  </a:lnTo>
                  <a:lnTo>
                    <a:pt x="0" y="3927"/>
                  </a:lnTo>
                  <a:lnTo>
                    <a:pt x="17645" y="392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5" name="Freeform 15"/>
            <p:cNvSpPr/>
            <p:nvPr/>
          </p:nvSpPr>
          <p:spPr>
            <a:xfrm>
              <a:off x="1373211" y="80331"/>
              <a:ext cx="24252" cy="9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5226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6" name="Freeform 16"/>
            <p:cNvSpPr/>
            <p:nvPr/>
          </p:nvSpPr>
          <p:spPr>
            <a:xfrm>
              <a:off x="1336834" y="3031"/>
              <a:ext cx="87911" cy="131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014" y="6455"/>
                  </a:moveTo>
                  <a:lnTo>
                    <a:pt x="14897" y="6455"/>
                  </a:lnTo>
                  <a:lnTo>
                    <a:pt x="14897" y="2234"/>
                  </a:lnTo>
                  <a:lnTo>
                    <a:pt x="15641" y="1490"/>
                  </a:lnTo>
                  <a:lnTo>
                    <a:pt x="8938" y="0"/>
                  </a:lnTo>
                  <a:lnTo>
                    <a:pt x="8938" y="6455"/>
                  </a:lnTo>
                  <a:lnTo>
                    <a:pt x="2234" y="6455"/>
                  </a:lnTo>
                  <a:lnTo>
                    <a:pt x="2979" y="8690"/>
                  </a:lnTo>
                  <a:lnTo>
                    <a:pt x="13034" y="8690"/>
                  </a:lnTo>
                  <a:lnTo>
                    <a:pt x="10428" y="11669"/>
                  </a:lnTo>
                  <a:lnTo>
                    <a:pt x="7821" y="14897"/>
                  </a:lnTo>
                  <a:lnTo>
                    <a:pt x="4097" y="18372"/>
                  </a:lnTo>
                  <a:lnTo>
                    <a:pt x="0" y="21600"/>
                  </a:lnTo>
                  <a:lnTo>
                    <a:pt x="4469" y="20110"/>
                  </a:lnTo>
                  <a:lnTo>
                    <a:pt x="8566" y="18124"/>
                  </a:lnTo>
                  <a:lnTo>
                    <a:pt x="11917" y="15641"/>
                  </a:lnTo>
                  <a:lnTo>
                    <a:pt x="15269" y="13407"/>
                  </a:lnTo>
                  <a:lnTo>
                    <a:pt x="17503" y="10924"/>
                  </a:lnTo>
                  <a:lnTo>
                    <a:pt x="20110" y="8690"/>
                  </a:lnTo>
                  <a:lnTo>
                    <a:pt x="21600" y="7200"/>
                  </a:lnTo>
                  <a:lnTo>
                    <a:pt x="17876" y="5462"/>
                  </a:lnTo>
                  <a:lnTo>
                    <a:pt x="16014" y="6455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7" name="Freeform 17"/>
            <p:cNvSpPr/>
            <p:nvPr/>
          </p:nvSpPr>
          <p:spPr>
            <a:xfrm>
              <a:off x="1392914" y="86394"/>
              <a:ext cx="34862" cy="36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635" y="0"/>
                  </a:lnTo>
                  <a:lnTo>
                    <a:pt x="12209" y="1800"/>
                  </a:lnTo>
                  <a:lnTo>
                    <a:pt x="15965" y="4500"/>
                  </a:lnTo>
                  <a:lnTo>
                    <a:pt x="19722" y="8100"/>
                  </a:lnTo>
                  <a:lnTo>
                    <a:pt x="20661" y="11700"/>
                  </a:lnTo>
                  <a:lnTo>
                    <a:pt x="21600" y="14400"/>
                  </a:lnTo>
                  <a:lnTo>
                    <a:pt x="19722" y="18000"/>
                  </a:lnTo>
                  <a:lnTo>
                    <a:pt x="16904" y="20700"/>
                  </a:lnTo>
                  <a:lnTo>
                    <a:pt x="14087" y="21600"/>
                  </a:lnTo>
                  <a:lnTo>
                    <a:pt x="12209" y="19800"/>
                  </a:lnTo>
                  <a:lnTo>
                    <a:pt x="8452" y="17100"/>
                  </a:lnTo>
                  <a:lnTo>
                    <a:pt x="4696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8" name="Freeform 18"/>
            <p:cNvSpPr/>
            <p:nvPr/>
          </p:nvSpPr>
          <p:spPr>
            <a:xfrm>
              <a:off x="826048" y="62143"/>
              <a:ext cx="33346" cy="37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6873" y="864"/>
                  </a:lnTo>
                  <a:lnTo>
                    <a:pt x="11782" y="2592"/>
                  </a:lnTo>
                  <a:lnTo>
                    <a:pt x="15709" y="5184"/>
                  </a:lnTo>
                  <a:lnTo>
                    <a:pt x="20618" y="9504"/>
                  </a:lnTo>
                  <a:lnTo>
                    <a:pt x="21600" y="12960"/>
                  </a:lnTo>
                  <a:lnTo>
                    <a:pt x="21600" y="14688"/>
                  </a:lnTo>
                  <a:lnTo>
                    <a:pt x="20618" y="17280"/>
                  </a:lnTo>
                  <a:lnTo>
                    <a:pt x="19636" y="19008"/>
                  </a:lnTo>
                  <a:lnTo>
                    <a:pt x="15709" y="21600"/>
                  </a:lnTo>
                  <a:lnTo>
                    <a:pt x="12764" y="21600"/>
                  </a:lnTo>
                  <a:lnTo>
                    <a:pt x="9818" y="19872"/>
                  </a:lnTo>
                  <a:lnTo>
                    <a:pt x="7855" y="16416"/>
                  </a:lnTo>
                  <a:lnTo>
                    <a:pt x="4909" y="7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59" name="Freeform 19"/>
            <p:cNvSpPr/>
            <p:nvPr/>
          </p:nvSpPr>
          <p:spPr>
            <a:xfrm>
              <a:off x="1088262" y="-1"/>
              <a:ext cx="37893" cy="33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7776" y="0"/>
                  </a:lnTo>
                  <a:lnTo>
                    <a:pt x="12960" y="982"/>
                  </a:lnTo>
                  <a:lnTo>
                    <a:pt x="16416" y="2945"/>
                  </a:lnTo>
                  <a:lnTo>
                    <a:pt x="20736" y="7855"/>
                  </a:lnTo>
                  <a:lnTo>
                    <a:pt x="21600" y="10800"/>
                  </a:lnTo>
                  <a:lnTo>
                    <a:pt x="21600" y="15709"/>
                  </a:lnTo>
                  <a:lnTo>
                    <a:pt x="19872" y="17673"/>
                  </a:lnTo>
                  <a:lnTo>
                    <a:pt x="15552" y="19636"/>
                  </a:lnTo>
                  <a:lnTo>
                    <a:pt x="12960" y="21600"/>
                  </a:lnTo>
                  <a:lnTo>
                    <a:pt x="10368" y="18655"/>
                  </a:lnTo>
                  <a:lnTo>
                    <a:pt x="8640" y="15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0" name="Freeform 20"/>
            <p:cNvSpPr/>
            <p:nvPr/>
          </p:nvSpPr>
          <p:spPr>
            <a:xfrm>
              <a:off x="1154952" y="1516"/>
              <a:ext cx="95489" cy="80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630"/>
                  </a:moveTo>
                  <a:lnTo>
                    <a:pt x="16114" y="9374"/>
                  </a:lnTo>
                  <a:lnTo>
                    <a:pt x="11314" y="15079"/>
                  </a:lnTo>
                  <a:lnTo>
                    <a:pt x="8229" y="17117"/>
                  </a:lnTo>
                  <a:lnTo>
                    <a:pt x="5486" y="19155"/>
                  </a:lnTo>
                  <a:lnTo>
                    <a:pt x="2743" y="20785"/>
                  </a:lnTo>
                  <a:lnTo>
                    <a:pt x="0" y="21600"/>
                  </a:lnTo>
                  <a:lnTo>
                    <a:pt x="5143" y="15487"/>
                  </a:lnTo>
                  <a:lnTo>
                    <a:pt x="9257" y="10189"/>
                  </a:lnTo>
                  <a:lnTo>
                    <a:pt x="12000" y="5298"/>
                  </a:lnTo>
                  <a:lnTo>
                    <a:pt x="14743" y="0"/>
                  </a:lnTo>
                  <a:lnTo>
                    <a:pt x="21600" y="163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1" name="Freeform 21"/>
            <p:cNvSpPr/>
            <p:nvPr/>
          </p:nvSpPr>
          <p:spPr>
            <a:xfrm>
              <a:off x="1238314" y="10610"/>
              <a:ext cx="92458" cy="74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16" y="0"/>
                  </a:moveTo>
                  <a:lnTo>
                    <a:pt x="6020" y="4408"/>
                  </a:lnTo>
                  <a:lnTo>
                    <a:pt x="11331" y="8376"/>
                  </a:lnTo>
                  <a:lnTo>
                    <a:pt x="16289" y="11902"/>
                  </a:lnTo>
                  <a:lnTo>
                    <a:pt x="21600" y="14988"/>
                  </a:lnTo>
                  <a:lnTo>
                    <a:pt x="19830" y="18073"/>
                  </a:lnTo>
                  <a:lnTo>
                    <a:pt x="18413" y="21600"/>
                  </a:lnTo>
                  <a:lnTo>
                    <a:pt x="12393" y="16751"/>
                  </a:lnTo>
                  <a:lnTo>
                    <a:pt x="7436" y="11902"/>
                  </a:lnTo>
                  <a:lnTo>
                    <a:pt x="3187" y="7053"/>
                  </a:lnTo>
                  <a:lnTo>
                    <a:pt x="1770" y="3967"/>
                  </a:lnTo>
                  <a:lnTo>
                    <a:pt x="0" y="1322"/>
                  </a:lnTo>
                  <a:lnTo>
                    <a:pt x="141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2" name="Freeform 22"/>
            <p:cNvSpPr/>
            <p:nvPr/>
          </p:nvSpPr>
          <p:spPr>
            <a:xfrm>
              <a:off x="974585" y="74269"/>
              <a:ext cx="86395" cy="197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37" y="21600"/>
                  </a:moveTo>
                  <a:lnTo>
                    <a:pt x="20084" y="21600"/>
                  </a:lnTo>
                  <a:lnTo>
                    <a:pt x="21600" y="14954"/>
                  </a:lnTo>
                  <a:lnTo>
                    <a:pt x="17811" y="0"/>
                  </a:lnTo>
                  <a:lnTo>
                    <a:pt x="15916" y="8308"/>
                  </a:lnTo>
                  <a:lnTo>
                    <a:pt x="0" y="8308"/>
                  </a:lnTo>
                  <a:lnTo>
                    <a:pt x="1137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3" name="Freeform 23"/>
            <p:cNvSpPr/>
            <p:nvPr/>
          </p:nvSpPr>
          <p:spPr>
            <a:xfrm>
              <a:off x="862424" y="39407"/>
              <a:ext cx="81848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000" y="21600"/>
                  </a:lnTo>
                  <a:lnTo>
                    <a:pt x="21600" y="11782"/>
                  </a:lnTo>
                  <a:lnTo>
                    <a:pt x="18000" y="0"/>
                  </a:lnTo>
                  <a:lnTo>
                    <a:pt x="16400" y="3927"/>
                  </a:lnTo>
                  <a:lnTo>
                    <a:pt x="400" y="3927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4" name="Freeform 24"/>
            <p:cNvSpPr/>
            <p:nvPr/>
          </p:nvSpPr>
          <p:spPr>
            <a:xfrm>
              <a:off x="777546" y="39407"/>
              <a:ext cx="78817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1" y="21600"/>
                  </a:moveTo>
                  <a:lnTo>
                    <a:pt x="19523" y="21600"/>
                  </a:lnTo>
                  <a:lnTo>
                    <a:pt x="21600" y="11782"/>
                  </a:lnTo>
                  <a:lnTo>
                    <a:pt x="17446" y="0"/>
                  </a:lnTo>
                  <a:lnTo>
                    <a:pt x="16200" y="3927"/>
                  </a:lnTo>
                  <a:lnTo>
                    <a:pt x="0" y="3927"/>
                  </a:lnTo>
                  <a:lnTo>
                    <a:pt x="831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5" name="Freeform 25"/>
            <p:cNvSpPr/>
            <p:nvPr/>
          </p:nvSpPr>
          <p:spPr>
            <a:xfrm>
              <a:off x="597180" y="37892"/>
              <a:ext cx="148538" cy="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1" y="21600"/>
                  </a:moveTo>
                  <a:lnTo>
                    <a:pt x="20718" y="21600"/>
                  </a:lnTo>
                  <a:lnTo>
                    <a:pt x="21600" y="12600"/>
                  </a:lnTo>
                  <a:lnTo>
                    <a:pt x="19396" y="0"/>
                  </a:lnTo>
                  <a:lnTo>
                    <a:pt x="18294" y="5400"/>
                  </a:lnTo>
                  <a:lnTo>
                    <a:pt x="0" y="5400"/>
                  </a:lnTo>
                  <a:lnTo>
                    <a:pt x="441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6" name="Freeform 26"/>
            <p:cNvSpPr/>
            <p:nvPr/>
          </p:nvSpPr>
          <p:spPr>
            <a:xfrm>
              <a:off x="586569" y="69721"/>
              <a:ext cx="172790" cy="197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68" y="21600"/>
                  </a:moveTo>
                  <a:lnTo>
                    <a:pt x="20653" y="21600"/>
                  </a:lnTo>
                  <a:lnTo>
                    <a:pt x="21600" y="14954"/>
                  </a:lnTo>
                  <a:lnTo>
                    <a:pt x="19705" y="0"/>
                  </a:lnTo>
                  <a:lnTo>
                    <a:pt x="18758" y="6646"/>
                  </a:lnTo>
                  <a:lnTo>
                    <a:pt x="0" y="6646"/>
                  </a:lnTo>
                  <a:lnTo>
                    <a:pt x="568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7" name="Freeform 27"/>
            <p:cNvSpPr/>
            <p:nvPr/>
          </p:nvSpPr>
          <p:spPr>
            <a:xfrm>
              <a:off x="597180" y="37892"/>
              <a:ext cx="148538" cy="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1" y="21600"/>
                  </a:moveTo>
                  <a:lnTo>
                    <a:pt x="20718" y="21600"/>
                  </a:lnTo>
                  <a:lnTo>
                    <a:pt x="21600" y="12600"/>
                  </a:lnTo>
                  <a:lnTo>
                    <a:pt x="19396" y="0"/>
                  </a:lnTo>
                  <a:lnTo>
                    <a:pt x="18294" y="5400"/>
                  </a:lnTo>
                  <a:lnTo>
                    <a:pt x="0" y="5400"/>
                  </a:lnTo>
                  <a:lnTo>
                    <a:pt x="441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8" name="Freeform 28"/>
            <p:cNvSpPr/>
            <p:nvPr/>
          </p:nvSpPr>
          <p:spPr>
            <a:xfrm>
              <a:off x="392562" y="10610"/>
              <a:ext cx="62143" cy="15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7" y="21600"/>
                  </a:moveTo>
                  <a:lnTo>
                    <a:pt x="20020" y="21600"/>
                  </a:lnTo>
                  <a:lnTo>
                    <a:pt x="21600" y="12960"/>
                  </a:lnTo>
                  <a:lnTo>
                    <a:pt x="16859" y="0"/>
                  </a:lnTo>
                  <a:lnTo>
                    <a:pt x="15278" y="4320"/>
                  </a:lnTo>
                  <a:lnTo>
                    <a:pt x="0" y="4320"/>
                  </a:lnTo>
                  <a:lnTo>
                    <a:pt x="2107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69" name="Freeform 29"/>
            <p:cNvSpPr/>
            <p:nvPr/>
          </p:nvSpPr>
          <p:spPr>
            <a:xfrm>
              <a:off x="478956" y="59112"/>
              <a:ext cx="60629" cy="15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" y="21600"/>
                  </a:moveTo>
                  <a:lnTo>
                    <a:pt x="19440" y="21600"/>
                  </a:lnTo>
                  <a:lnTo>
                    <a:pt x="21600" y="12960"/>
                  </a:lnTo>
                  <a:lnTo>
                    <a:pt x="16740" y="0"/>
                  </a:lnTo>
                  <a:lnTo>
                    <a:pt x="15120" y="4320"/>
                  </a:lnTo>
                  <a:lnTo>
                    <a:pt x="0" y="4320"/>
                  </a:lnTo>
                  <a:lnTo>
                    <a:pt x="108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0" name="Freeform 30"/>
            <p:cNvSpPr/>
            <p:nvPr/>
          </p:nvSpPr>
          <p:spPr>
            <a:xfrm>
              <a:off x="463799" y="7578"/>
              <a:ext cx="46987" cy="13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10" y="0"/>
                  </a:moveTo>
                  <a:lnTo>
                    <a:pt x="0" y="0"/>
                  </a:lnTo>
                  <a:lnTo>
                    <a:pt x="1394" y="21600"/>
                  </a:lnTo>
                  <a:lnTo>
                    <a:pt x="21600" y="21600"/>
                  </a:lnTo>
                  <a:lnTo>
                    <a:pt x="1951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1" name="Freeform 31"/>
            <p:cNvSpPr/>
            <p:nvPr/>
          </p:nvSpPr>
          <p:spPr>
            <a:xfrm>
              <a:off x="463799" y="7578"/>
              <a:ext cx="46987" cy="13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10" y="0"/>
                  </a:moveTo>
                  <a:lnTo>
                    <a:pt x="0" y="0"/>
                  </a:lnTo>
                  <a:lnTo>
                    <a:pt x="1394" y="21600"/>
                  </a:lnTo>
                  <a:lnTo>
                    <a:pt x="21600" y="21600"/>
                  </a:lnTo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2" name="Freeform 32"/>
            <p:cNvSpPr/>
            <p:nvPr/>
          </p:nvSpPr>
          <p:spPr>
            <a:xfrm>
              <a:off x="392562" y="63658"/>
              <a:ext cx="66691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4" y="21600"/>
                  </a:moveTo>
                  <a:lnTo>
                    <a:pt x="19636" y="21600"/>
                  </a:lnTo>
                  <a:lnTo>
                    <a:pt x="21600" y="13745"/>
                  </a:lnTo>
                  <a:lnTo>
                    <a:pt x="17182" y="0"/>
                  </a:lnTo>
                  <a:lnTo>
                    <a:pt x="15218" y="5891"/>
                  </a:lnTo>
                  <a:lnTo>
                    <a:pt x="0" y="5891"/>
                  </a:lnTo>
                  <a:lnTo>
                    <a:pt x="1964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3" name="Freeform 33"/>
            <p:cNvSpPr/>
            <p:nvPr/>
          </p:nvSpPr>
          <p:spPr>
            <a:xfrm>
              <a:off x="392562" y="89425"/>
              <a:ext cx="66691" cy="16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4" y="21600"/>
                  </a:moveTo>
                  <a:lnTo>
                    <a:pt x="19636" y="21600"/>
                  </a:lnTo>
                  <a:lnTo>
                    <a:pt x="21600" y="13745"/>
                  </a:lnTo>
                  <a:lnTo>
                    <a:pt x="17182" y="0"/>
                  </a:lnTo>
                  <a:lnTo>
                    <a:pt x="15218" y="5891"/>
                  </a:lnTo>
                  <a:lnTo>
                    <a:pt x="0" y="5891"/>
                  </a:lnTo>
                  <a:lnTo>
                    <a:pt x="1964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4" name="Freeform 34"/>
            <p:cNvSpPr/>
            <p:nvPr/>
          </p:nvSpPr>
          <p:spPr>
            <a:xfrm>
              <a:off x="463799" y="154600"/>
              <a:ext cx="100037" cy="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21600"/>
                  </a:moveTo>
                  <a:lnTo>
                    <a:pt x="20945" y="21600"/>
                  </a:lnTo>
                  <a:lnTo>
                    <a:pt x="21600" y="16200"/>
                  </a:lnTo>
                  <a:lnTo>
                    <a:pt x="18000" y="0"/>
                  </a:lnTo>
                  <a:lnTo>
                    <a:pt x="16364" y="7200"/>
                  </a:lnTo>
                  <a:lnTo>
                    <a:pt x="0" y="7200"/>
                  </a:lnTo>
                  <a:lnTo>
                    <a:pt x="130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5" name="Freeform 35"/>
            <p:cNvSpPr/>
            <p:nvPr/>
          </p:nvSpPr>
          <p:spPr>
            <a:xfrm>
              <a:off x="388015" y="34861"/>
              <a:ext cx="74269" cy="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82" y="21600"/>
                  </a:moveTo>
                  <a:lnTo>
                    <a:pt x="19837" y="21600"/>
                  </a:lnTo>
                  <a:lnTo>
                    <a:pt x="21600" y="14400"/>
                  </a:lnTo>
                  <a:lnTo>
                    <a:pt x="17192" y="0"/>
                  </a:lnTo>
                  <a:lnTo>
                    <a:pt x="14547" y="7200"/>
                  </a:lnTo>
                  <a:lnTo>
                    <a:pt x="0" y="7200"/>
                  </a:lnTo>
                  <a:lnTo>
                    <a:pt x="88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6" name="Freeform 36"/>
            <p:cNvSpPr/>
            <p:nvPr/>
          </p:nvSpPr>
          <p:spPr>
            <a:xfrm>
              <a:off x="850299" y="75784"/>
              <a:ext cx="100036" cy="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291" y="21600"/>
                  </a:lnTo>
                  <a:lnTo>
                    <a:pt x="21600" y="14400"/>
                  </a:lnTo>
                  <a:lnTo>
                    <a:pt x="18655" y="0"/>
                  </a:lnTo>
                  <a:lnTo>
                    <a:pt x="17673" y="7200"/>
                  </a:lnTo>
                  <a:lnTo>
                    <a:pt x="327" y="72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7" name="Freeform 37"/>
            <p:cNvSpPr/>
            <p:nvPr/>
          </p:nvSpPr>
          <p:spPr>
            <a:xfrm>
              <a:off x="971554" y="34861"/>
              <a:ext cx="162178" cy="21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04" y="21600"/>
                  </a:moveTo>
                  <a:lnTo>
                    <a:pt x="20591" y="21600"/>
                  </a:lnTo>
                  <a:lnTo>
                    <a:pt x="21600" y="12343"/>
                  </a:lnTo>
                  <a:lnTo>
                    <a:pt x="18572" y="0"/>
                  </a:lnTo>
                  <a:lnTo>
                    <a:pt x="17361" y="7714"/>
                  </a:lnTo>
                  <a:lnTo>
                    <a:pt x="0" y="7714"/>
                  </a:lnTo>
                  <a:lnTo>
                    <a:pt x="404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8" name="Freeform 38"/>
            <p:cNvSpPr/>
            <p:nvPr/>
          </p:nvSpPr>
          <p:spPr>
            <a:xfrm>
              <a:off x="1173140" y="87909"/>
              <a:ext cx="137928" cy="18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75" y="21600"/>
                  </a:moveTo>
                  <a:lnTo>
                    <a:pt x="20651" y="21600"/>
                  </a:lnTo>
                  <a:lnTo>
                    <a:pt x="21600" y="12600"/>
                  </a:lnTo>
                  <a:lnTo>
                    <a:pt x="19226" y="0"/>
                  </a:lnTo>
                  <a:lnTo>
                    <a:pt x="18040" y="7200"/>
                  </a:lnTo>
                  <a:lnTo>
                    <a:pt x="0" y="7200"/>
                  </a:lnTo>
                  <a:lnTo>
                    <a:pt x="475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79" name="Freeform 39"/>
            <p:cNvSpPr/>
            <p:nvPr/>
          </p:nvSpPr>
          <p:spPr>
            <a:xfrm>
              <a:off x="1192844" y="57596"/>
              <a:ext cx="100036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82" y="21600"/>
                  </a:moveTo>
                  <a:lnTo>
                    <a:pt x="19964" y="21600"/>
                  </a:lnTo>
                  <a:lnTo>
                    <a:pt x="21600" y="11782"/>
                  </a:lnTo>
                  <a:lnTo>
                    <a:pt x="18327" y="0"/>
                  </a:lnTo>
                  <a:lnTo>
                    <a:pt x="17018" y="5891"/>
                  </a:lnTo>
                  <a:lnTo>
                    <a:pt x="0" y="5891"/>
                  </a:lnTo>
                  <a:lnTo>
                    <a:pt x="982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0" name="Freeform 40"/>
            <p:cNvSpPr/>
            <p:nvPr/>
          </p:nvSpPr>
          <p:spPr>
            <a:xfrm>
              <a:off x="1186781" y="100035"/>
              <a:ext cx="50018" cy="54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855" y="1800"/>
                  </a:moveTo>
                  <a:lnTo>
                    <a:pt x="5236" y="10800"/>
                  </a:lnTo>
                  <a:lnTo>
                    <a:pt x="0" y="20400"/>
                  </a:lnTo>
                  <a:lnTo>
                    <a:pt x="8509" y="21600"/>
                  </a:lnTo>
                  <a:lnTo>
                    <a:pt x="16364" y="10800"/>
                  </a:lnTo>
                  <a:lnTo>
                    <a:pt x="21600" y="0"/>
                  </a:lnTo>
                  <a:lnTo>
                    <a:pt x="7855" y="1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1" name="Freeform 41"/>
            <p:cNvSpPr/>
            <p:nvPr/>
          </p:nvSpPr>
          <p:spPr>
            <a:xfrm>
              <a:off x="1167078" y="145505"/>
              <a:ext cx="128833" cy="28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25" y="21600"/>
                  </a:moveTo>
                  <a:lnTo>
                    <a:pt x="0" y="3411"/>
                  </a:lnTo>
                  <a:lnTo>
                    <a:pt x="10419" y="3411"/>
                  </a:lnTo>
                  <a:lnTo>
                    <a:pt x="20329" y="0"/>
                  </a:lnTo>
                  <a:lnTo>
                    <a:pt x="21600" y="7958"/>
                  </a:lnTo>
                  <a:lnTo>
                    <a:pt x="11435" y="14779"/>
                  </a:lnTo>
                  <a:lnTo>
                    <a:pt x="1525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2" name="Freeform 42"/>
            <p:cNvSpPr/>
            <p:nvPr/>
          </p:nvSpPr>
          <p:spPr>
            <a:xfrm>
              <a:off x="1267113" y="116708"/>
              <a:ext cx="56081" cy="57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03" y="5116"/>
                  </a:lnTo>
                  <a:lnTo>
                    <a:pt x="6422" y="10232"/>
                  </a:lnTo>
                  <a:lnTo>
                    <a:pt x="9924" y="16484"/>
                  </a:lnTo>
                  <a:lnTo>
                    <a:pt x="12259" y="21600"/>
                  </a:lnTo>
                  <a:lnTo>
                    <a:pt x="16930" y="17621"/>
                  </a:lnTo>
                  <a:lnTo>
                    <a:pt x="21600" y="14779"/>
                  </a:lnTo>
                  <a:lnTo>
                    <a:pt x="17514" y="9663"/>
                  </a:lnTo>
                  <a:lnTo>
                    <a:pt x="12843" y="5684"/>
                  </a:lnTo>
                  <a:lnTo>
                    <a:pt x="6422" y="2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3" name="Freeform 43"/>
            <p:cNvSpPr/>
            <p:nvPr/>
          </p:nvSpPr>
          <p:spPr>
            <a:xfrm>
              <a:off x="970038" y="134896"/>
              <a:ext cx="100037" cy="37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18" y="21600"/>
                  </a:moveTo>
                  <a:lnTo>
                    <a:pt x="0" y="7776"/>
                  </a:lnTo>
                  <a:lnTo>
                    <a:pt x="11127" y="4320"/>
                  </a:lnTo>
                  <a:lnTo>
                    <a:pt x="21600" y="0"/>
                  </a:lnTo>
                  <a:lnTo>
                    <a:pt x="17673" y="6048"/>
                  </a:lnTo>
                  <a:lnTo>
                    <a:pt x="12764" y="12960"/>
                  </a:lnTo>
                  <a:lnTo>
                    <a:pt x="7855" y="17280"/>
                  </a:lnTo>
                  <a:lnTo>
                    <a:pt x="2618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4" name="Rectangle 44"/>
            <p:cNvSpPr/>
            <p:nvPr/>
          </p:nvSpPr>
          <p:spPr>
            <a:xfrm>
              <a:off x="1006415" y="92457"/>
              <a:ext cx="24251" cy="5608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5" name="Freeform 45"/>
            <p:cNvSpPr/>
            <p:nvPr/>
          </p:nvSpPr>
          <p:spPr>
            <a:xfrm>
              <a:off x="885160" y="3031"/>
              <a:ext cx="28799" cy="171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1147"/>
                  </a:lnTo>
                  <a:lnTo>
                    <a:pt x="19326" y="1720"/>
                  </a:lnTo>
                  <a:lnTo>
                    <a:pt x="193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6" name="Freeform 46"/>
            <p:cNvSpPr/>
            <p:nvPr/>
          </p:nvSpPr>
          <p:spPr>
            <a:xfrm>
              <a:off x="804828" y="3031"/>
              <a:ext cx="28799" cy="171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1147"/>
                  </a:lnTo>
                  <a:lnTo>
                    <a:pt x="18189" y="1720"/>
                  </a:lnTo>
                  <a:lnTo>
                    <a:pt x="1818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7" name="Freeform 47"/>
            <p:cNvSpPr/>
            <p:nvPr/>
          </p:nvSpPr>
          <p:spPr>
            <a:xfrm>
              <a:off x="777546" y="53049"/>
              <a:ext cx="33346" cy="77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909" y="17365"/>
                  </a:lnTo>
                  <a:lnTo>
                    <a:pt x="9818" y="12282"/>
                  </a:lnTo>
                  <a:lnTo>
                    <a:pt x="13745" y="7200"/>
                  </a:lnTo>
                  <a:lnTo>
                    <a:pt x="16691" y="0"/>
                  </a:lnTo>
                  <a:lnTo>
                    <a:pt x="21600" y="0"/>
                  </a:lnTo>
                  <a:lnTo>
                    <a:pt x="21600" y="14400"/>
                  </a:lnTo>
                  <a:lnTo>
                    <a:pt x="10800" y="18212"/>
                  </a:lnTo>
                  <a:lnTo>
                    <a:pt x="5891" y="2032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8" name="Freeform 48"/>
            <p:cNvSpPr/>
            <p:nvPr/>
          </p:nvSpPr>
          <p:spPr>
            <a:xfrm>
              <a:off x="242509" y="60627"/>
              <a:ext cx="33346" cy="39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7855" y="1662"/>
                  </a:lnTo>
                  <a:lnTo>
                    <a:pt x="13745" y="4154"/>
                  </a:lnTo>
                  <a:lnTo>
                    <a:pt x="17673" y="6646"/>
                  </a:lnTo>
                  <a:lnTo>
                    <a:pt x="19636" y="11631"/>
                  </a:lnTo>
                  <a:lnTo>
                    <a:pt x="21600" y="14123"/>
                  </a:lnTo>
                  <a:lnTo>
                    <a:pt x="21600" y="16615"/>
                  </a:lnTo>
                  <a:lnTo>
                    <a:pt x="19636" y="19108"/>
                  </a:lnTo>
                  <a:lnTo>
                    <a:pt x="17673" y="20769"/>
                  </a:lnTo>
                  <a:lnTo>
                    <a:pt x="14727" y="21600"/>
                  </a:lnTo>
                  <a:lnTo>
                    <a:pt x="10800" y="21600"/>
                  </a:lnTo>
                  <a:lnTo>
                    <a:pt x="8836" y="19938"/>
                  </a:lnTo>
                  <a:lnTo>
                    <a:pt x="6873" y="16615"/>
                  </a:lnTo>
                  <a:lnTo>
                    <a:pt x="3927" y="8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89" name="Freeform 49"/>
            <p:cNvSpPr/>
            <p:nvPr/>
          </p:nvSpPr>
          <p:spPr>
            <a:xfrm>
              <a:off x="194007" y="39407"/>
              <a:ext cx="81848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00" y="21600"/>
                  </a:moveTo>
                  <a:lnTo>
                    <a:pt x="19600" y="21600"/>
                  </a:lnTo>
                  <a:lnTo>
                    <a:pt x="21600" y="11782"/>
                  </a:lnTo>
                  <a:lnTo>
                    <a:pt x="17600" y="0"/>
                  </a:lnTo>
                  <a:lnTo>
                    <a:pt x="16400" y="3927"/>
                  </a:lnTo>
                  <a:lnTo>
                    <a:pt x="0" y="3927"/>
                  </a:lnTo>
                  <a:lnTo>
                    <a:pt x="80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0" name="Freeform 50"/>
            <p:cNvSpPr/>
            <p:nvPr/>
          </p:nvSpPr>
          <p:spPr>
            <a:xfrm>
              <a:off x="0" y="103066"/>
              <a:ext cx="93973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97" y="21600"/>
                  </a:moveTo>
                  <a:lnTo>
                    <a:pt x="20206" y="21600"/>
                  </a:lnTo>
                  <a:lnTo>
                    <a:pt x="21600" y="15709"/>
                  </a:lnTo>
                  <a:lnTo>
                    <a:pt x="17768" y="0"/>
                  </a:lnTo>
                  <a:lnTo>
                    <a:pt x="16374" y="7855"/>
                  </a:lnTo>
                  <a:lnTo>
                    <a:pt x="0" y="7855"/>
                  </a:lnTo>
                  <a:lnTo>
                    <a:pt x="697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1" name="Freeform 51"/>
            <p:cNvSpPr/>
            <p:nvPr/>
          </p:nvSpPr>
          <p:spPr>
            <a:xfrm>
              <a:off x="277370" y="39407"/>
              <a:ext cx="87910" cy="16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5" y="21600"/>
                  </a:moveTo>
                  <a:lnTo>
                    <a:pt x="20483" y="21600"/>
                  </a:lnTo>
                  <a:lnTo>
                    <a:pt x="21600" y="11782"/>
                  </a:lnTo>
                  <a:lnTo>
                    <a:pt x="18621" y="0"/>
                  </a:lnTo>
                  <a:lnTo>
                    <a:pt x="17503" y="3927"/>
                  </a:lnTo>
                  <a:lnTo>
                    <a:pt x="0" y="3927"/>
                  </a:lnTo>
                  <a:lnTo>
                    <a:pt x="745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2" name="Freeform 52"/>
            <p:cNvSpPr/>
            <p:nvPr/>
          </p:nvSpPr>
          <p:spPr>
            <a:xfrm>
              <a:off x="221290" y="3031"/>
              <a:ext cx="27283" cy="171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1147"/>
                  </a:lnTo>
                  <a:lnTo>
                    <a:pt x="19200" y="1720"/>
                  </a:lnTo>
                  <a:lnTo>
                    <a:pt x="192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3" name="Freeform 53"/>
            <p:cNvSpPr/>
            <p:nvPr/>
          </p:nvSpPr>
          <p:spPr>
            <a:xfrm>
              <a:off x="192491" y="53049"/>
              <a:ext cx="31830" cy="77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1314" y="12282"/>
                  </a:lnTo>
                  <a:lnTo>
                    <a:pt x="15429" y="7200"/>
                  </a:lnTo>
                  <a:lnTo>
                    <a:pt x="18514" y="0"/>
                  </a:lnTo>
                  <a:lnTo>
                    <a:pt x="21600" y="0"/>
                  </a:lnTo>
                  <a:lnTo>
                    <a:pt x="21600" y="14400"/>
                  </a:lnTo>
                  <a:lnTo>
                    <a:pt x="12343" y="18212"/>
                  </a:lnTo>
                  <a:lnTo>
                    <a:pt x="6171" y="2032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4" name="Freeform 54"/>
            <p:cNvSpPr/>
            <p:nvPr/>
          </p:nvSpPr>
          <p:spPr>
            <a:xfrm>
              <a:off x="850299" y="10610"/>
              <a:ext cx="30314" cy="57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3979"/>
                  </a:moveTo>
                  <a:lnTo>
                    <a:pt x="17280" y="9663"/>
                  </a:lnTo>
                  <a:lnTo>
                    <a:pt x="14040" y="14211"/>
                  </a:lnTo>
                  <a:lnTo>
                    <a:pt x="8640" y="18189"/>
                  </a:lnTo>
                  <a:lnTo>
                    <a:pt x="0" y="21600"/>
                  </a:lnTo>
                  <a:lnTo>
                    <a:pt x="2160" y="17053"/>
                  </a:lnTo>
                  <a:lnTo>
                    <a:pt x="2160" y="11368"/>
                  </a:lnTo>
                  <a:lnTo>
                    <a:pt x="4320" y="0"/>
                  </a:lnTo>
                  <a:lnTo>
                    <a:pt x="21600" y="2842"/>
                  </a:lnTo>
                  <a:lnTo>
                    <a:pt x="19440" y="39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5" name="Freeform 55"/>
            <p:cNvSpPr/>
            <p:nvPr/>
          </p:nvSpPr>
          <p:spPr>
            <a:xfrm>
              <a:off x="591117" y="3031"/>
              <a:ext cx="100036" cy="128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291" y="2541"/>
                  </a:moveTo>
                  <a:lnTo>
                    <a:pt x="18655" y="6861"/>
                  </a:lnTo>
                  <a:lnTo>
                    <a:pt x="17018" y="10419"/>
                  </a:lnTo>
                  <a:lnTo>
                    <a:pt x="14400" y="13722"/>
                  </a:lnTo>
                  <a:lnTo>
                    <a:pt x="12109" y="16009"/>
                  </a:lnTo>
                  <a:lnTo>
                    <a:pt x="9491" y="18296"/>
                  </a:lnTo>
                  <a:lnTo>
                    <a:pt x="6545" y="19567"/>
                  </a:lnTo>
                  <a:lnTo>
                    <a:pt x="3273" y="20838"/>
                  </a:lnTo>
                  <a:lnTo>
                    <a:pt x="0" y="21600"/>
                  </a:lnTo>
                  <a:lnTo>
                    <a:pt x="3600" y="18805"/>
                  </a:lnTo>
                  <a:lnTo>
                    <a:pt x="6545" y="16264"/>
                  </a:lnTo>
                  <a:lnTo>
                    <a:pt x="8836" y="13976"/>
                  </a:lnTo>
                  <a:lnTo>
                    <a:pt x="10800" y="11435"/>
                  </a:lnTo>
                  <a:lnTo>
                    <a:pt x="11782" y="9148"/>
                  </a:lnTo>
                  <a:lnTo>
                    <a:pt x="12764" y="6099"/>
                  </a:lnTo>
                  <a:lnTo>
                    <a:pt x="14400" y="0"/>
                  </a:lnTo>
                  <a:lnTo>
                    <a:pt x="21600" y="1525"/>
                  </a:lnTo>
                  <a:lnTo>
                    <a:pt x="20291" y="254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6" name="Freeform 56"/>
            <p:cNvSpPr/>
            <p:nvPr/>
          </p:nvSpPr>
          <p:spPr>
            <a:xfrm>
              <a:off x="668416" y="53049"/>
              <a:ext cx="93974" cy="86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42" y="0"/>
                  </a:moveTo>
                  <a:lnTo>
                    <a:pt x="6271" y="5305"/>
                  </a:lnTo>
                  <a:lnTo>
                    <a:pt x="11148" y="9853"/>
                  </a:lnTo>
                  <a:lnTo>
                    <a:pt x="16026" y="13263"/>
                  </a:lnTo>
                  <a:lnTo>
                    <a:pt x="21600" y="15916"/>
                  </a:lnTo>
                  <a:lnTo>
                    <a:pt x="18116" y="21600"/>
                  </a:lnTo>
                  <a:lnTo>
                    <a:pt x="12542" y="18189"/>
                  </a:lnTo>
                  <a:lnTo>
                    <a:pt x="10452" y="15916"/>
                  </a:lnTo>
                  <a:lnTo>
                    <a:pt x="8013" y="14021"/>
                  </a:lnTo>
                  <a:lnTo>
                    <a:pt x="5923" y="10989"/>
                  </a:lnTo>
                  <a:lnTo>
                    <a:pt x="3832" y="8337"/>
                  </a:lnTo>
                  <a:lnTo>
                    <a:pt x="1742" y="4926"/>
                  </a:lnTo>
                  <a:lnTo>
                    <a:pt x="0" y="1137"/>
                  </a:lnTo>
                  <a:lnTo>
                    <a:pt x="348" y="0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7" name="Freeform 57"/>
            <p:cNvSpPr/>
            <p:nvPr/>
          </p:nvSpPr>
          <p:spPr>
            <a:xfrm>
              <a:off x="606274" y="10610"/>
              <a:ext cx="36377" cy="3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7200" y="1878"/>
                  </a:lnTo>
                  <a:lnTo>
                    <a:pt x="12600" y="3757"/>
                  </a:lnTo>
                  <a:lnTo>
                    <a:pt x="17100" y="7513"/>
                  </a:lnTo>
                  <a:lnTo>
                    <a:pt x="19800" y="11270"/>
                  </a:lnTo>
                  <a:lnTo>
                    <a:pt x="21600" y="16904"/>
                  </a:lnTo>
                  <a:lnTo>
                    <a:pt x="20700" y="21600"/>
                  </a:lnTo>
                  <a:lnTo>
                    <a:pt x="9900" y="21600"/>
                  </a:lnTo>
                  <a:lnTo>
                    <a:pt x="8100" y="17843"/>
                  </a:lnTo>
                  <a:lnTo>
                    <a:pt x="7200" y="12209"/>
                  </a:lnTo>
                  <a:lnTo>
                    <a:pt x="5400" y="6574"/>
                  </a:lnTo>
                  <a:lnTo>
                    <a:pt x="2700" y="3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8" name="Freeform 58"/>
            <p:cNvSpPr/>
            <p:nvPr/>
          </p:nvSpPr>
          <p:spPr>
            <a:xfrm>
              <a:off x="397109" y="115192"/>
              <a:ext cx="63660" cy="59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486" y="0"/>
                  </a:moveTo>
                  <a:lnTo>
                    <a:pt x="13371" y="2769"/>
                  </a:lnTo>
                  <a:lnTo>
                    <a:pt x="6686" y="2769"/>
                  </a:lnTo>
                  <a:lnTo>
                    <a:pt x="0" y="1108"/>
                  </a:lnTo>
                  <a:lnTo>
                    <a:pt x="0" y="21600"/>
                  </a:lnTo>
                  <a:lnTo>
                    <a:pt x="6686" y="21600"/>
                  </a:lnTo>
                  <a:lnTo>
                    <a:pt x="6686" y="19385"/>
                  </a:lnTo>
                  <a:lnTo>
                    <a:pt x="13886" y="19385"/>
                  </a:lnTo>
                  <a:lnTo>
                    <a:pt x="13886" y="21600"/>
                  </a:lnTo>
                  <a:lnTo>
                    <a:pt x="20571" y="21600"/>
                  </a:lnTo>
                  <a:lnTo>
                    <a:pt x="20571" y="5538"/>
                  </a:lnTo>
                  <a:lnTo>
                    <a:pt x="21600" y="3877"/>
                  </a:lnTo>
                  <a:lnTo>
                    <a:pt x="17486" y="0"/>
                  </a:lnTo>
                  <a:close/>
                  <a:moveTo>
                    <a:pt x="13886" y="14954"/>
                  </a:moveTo>
                  <a:lnTo>
                    <a:pt x="6686" y="14954"/>
                  </a:lnTo>
                  <a:lnTo>
                    <a:pt x="6686" y="7754"/>
                  </a:lnTo>
                  <a:lnTo>
                    <a:pt x="13886" y="7754"/>
                  </a:lnTo>
                  <a:lnTo>
                    <a:pt x="13886" y="1495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99" name="Freeform 59"/>
            <p:cNvSpPr/>
            <p:nvPr/>
          </p:nvSpPr>
          <p:spPr>
            <a:xfrm>
              <a:off x="459252" y="-1"/>
              <a:ext cx="71238" cy="69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302" y="5165"/>
                  </a:moveTo>
                  <a:lnTo>
                    <a:pt x="14247" y="11270"/>
                  </a:lnTo>
                  <a:lnTo>
                    <a:pt x="9651" y="15496"/>
                  </a:lnTo>
                  <a:lnTo>
                    <a:pt x="5055" y="19252"/>
                  </a:lnTo>
                  <a:lnTo>
                    <a:pt x="0" y="21600"/>
                  </a:lnTo>
                  <a:lnTo>
                    <a:pt x="4596" y="17374"/>
                  </a:lnTo>
                  <a:lnTo>
                    <a:pt x="11030" y="6104"/>
                  </a:lnTo>
                  <a:lnTo>
                    <a:pt x="13328" y="0"/>
                  </a:lnTo>
                  <a:lnTo>
                    <a:pt x="21600" y="3287"/>
                  </a:lnTo>
                  <a:lnTo>
                    <a:pt x="19302" y="5165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0" name="Freeform 60"/>
            <p:cNvSpPr/>
            <p:nvPr/>
          </p:nvSpPr>
          <p:spPr>
            <a:xfrm>
              <a:off x="507754" y="22735"/>
              <a:ext cx="60628" cy="4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" y="0"/>
                  </a:moveTo>
                  <a:lnTo>
                    <a:pt x="7020" y="5400"/>
                  </a:lnTo>
                  <a:lnTo>
                    <a:pt x="11340" y="8775"/>
                  </a:lnTo>
                  <a:lnTo>
                    <a:pt x="16740" y="10800"/>
                  </a:lnTo>
                  <a:lnTo>
                    <a:pt x="21600" y="12150"/>
                  </a:lnTo>
                  <a:lnTo>
                    <a:pt x="17280" y="21600"/>
                  </a:lnTo>
                  <a:lnTo>
                    <a:pt x="12420" y="18225"/>
                  </a:lnTo>
                  <a:lnTo>
                    <a:pt x="7560" y="13500"/>
                  </a:lnTo>
                  <a:lnTo>
                    <a:pt x="3780" y="8775"/>
                  </a:lnTo>
                  <a:lnTo>
                    <a:pt x="0" y="3375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1" name="Freeform 61"/>
            <p:cNvSpPr/>
            <p:nvPr/>
          </p:nvSpPr>
          <p:spPr>
            <a:xfrm>
              <a:off x="460768" y="28798"/>
              <a:ext cx="24252" cy="22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400" y="0"/>
                  </a:lnTo>
                  <a:lnTo>
                    <a:pt x="12150" y="1440"/>
                  </a:lnTo>
                  <a:lnTo>
                    <a:pt x="17550" y="5760"/>
                  </a:lnTo>
                  <a:lnTo>
                    <a:pt x="21600" y="8640"/>
                  </a:lnTo>
                  <a:lnTo>
                    <a:pt x="13500" y="21600"/>
                  </a:lnTo>
                  <a:lnTo>
                    <a:pt x="10800" y="17280"/>
                  </a:lnTo>
                  <a:lnTo>
                    <a:pt x="8100" y="11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2" name="Freeform 62"/>
            <p:cNvSpPr/>
            <p:nvPr/>
          </p:nvSpPr>
          <p:spPr>
            <a:xfrm>
              <a:off x="471377" y="80331"/>
              <a:ext cx="84880" cy="4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357" y="0"/>
                  </a:moveTo>
                  <a:lnTo>
                    <a:pt x="14657" y="4050"/>
                  </a:lnTo>
                  <a:lnTo>
                    <a:pt x="6557" y="4050"/>
                  </a:lnTo>
                  <a:lnTo>
                    <a:pt x="0" y="2025"/>
                  </a:lnTo>
                  <a:lnTo>
                    <a:pt x="0" y="21600"/>
                  </a:lnTo>
                  <a:lnTo>
                    <a:pt x="6171" y="21600"/>
                  </a:lnTo>
                  <a:lnTo>
                    <a:pt x="6171" y="18900"/>
                  </a:lnTo>
                  <a:lnTo>
                    <a:pt x="14657" y="18900"/>
                  </a:lnTo>
                  <a:lnTo>
                    <a:pt x="14657" y="21600"/>
                  </a:lnTo>
                  <a:lnTo>
                    <a:pt x="20829" y="21600"/>
                  </a:lnTo>
                  <a:lnTo>
                    <a:pt x="20829" y="6750"/>
                  </a:lnTo>
                  <a:lnTo>
                    <a:pt x="21600" y="4050"/>
                  </a:lnTo>
                  <a:lnTo>
                    <a:pt x="17357" y="0"/>
                  </a:lnTo>
                  <a:close/>
                  <a:moveTo>
                    <a:pt x="14657" y="14850"/>
                  </a:moveTo>
                  <a:lnTo>
                    <a:pt x="6171" y="14850"/>
                  </a:lnTo>
                  <a:lnTo>
                    <a:pt x="6171" y="8100"/>
                  </a:lnTo>
                  <a:lnTo>
                    <a:pt x="14657" y="8100"/>
                  </a:lnTo>
                  <a:lnTo>
                    <a:pt x="14657" y="1485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3" name="Freeform 63"/>
            <p:cNvSpPr/>
            <p:nvPr/>
          </p:nvSpPr>
          <p:spPr>
            <a:xfrm>
              <a:off x="512301" y="122771"/>
              <a:ext cx="39409" cy="394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9138"/>
                  </a:moveTo>
                  <a:lnTo>
                    <a:pt x="9138" y="0"/>
                  </a:lnTo>
                  <a:lnTo>
                    <a:pt x="5815" y="11631"/>
                  </a:lnTo>
                  <a:lnTo>
                    <a:pt x="3323" y="16615"/>
                  </a:lnTo>
                  <a:lnTo>
                    <a:pt x="0" y="20769"/>
                  </a:lnTo>
                  <a:lnTo>
                    <a:pt x="4985" y="21600"/>
                  </a:lnTo>
                  <a:lnTo>
                    <a:pt x="12462" y="16615"/>
                  </a:lnTo>
                  <a:lnTo>
                    <a:pt x="21600" y="9138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4" name="Freeform 64"/>
            <p:cNvSpPr/>
            <p:nvPr/>
          </p:nvSpPr>
          <p:spPr>
            <a:xfrm>
              <a:off x="469862" y="128833"/>
              <a:ext cx="33346" cy="36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7855" y="900"/>
                  </a:lnTo>
                  <a:lnTo>
                    <a:pt x="12764" y="3600"/>
                  </a:lnTo>
                  <a:lnTo>
                    <a:pt x="18655" y="7200"/>
                  </a:lnTo>
                  <a:lnTo>
                    <a:pt x="20618" y="12600"/>
                  </a:lnTo>
                  <a:lnTo>
                    <a:pt x="21600" y="16200"/>
                  </a:lnTo>
                  <a:lnTo>
                    <a:pt x="20618" y="18900"/>
                  </a:lnTo>
                  <a:lnTo>
                    <a:pt x="18655" y="20700"/>
                  </a:lnTo>
                  <a:lnTo>
                    <a:pt x="13745" y="21600"/>
                  </a:lnTo>
                  <a:lnTo>
                    <a:pt x="11782" y="20700"/>
                  </a:lnTo>
                  <a:lnTo>
                    <a:pt x="6873" y="11700"/>
                  </a:lnTo>
                  <a:lnTo>
                    <a:pt x="4909" y="5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5" name="Freeform 65"/>
            <p:cNvSpPr/>
            <p:nvPr/>
          </p:nvSpPr>
          <p:spPr>
            <a:xfrm>
              <a:off x="297074" y="3031"/>
              <a:ext cx="51534" cy="171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894" y="17395"/>
                  </a:moveTo>
                  <a:lnTo>
                    <a:pt x="8894" y="0"/>
                  </a:lnTo>
                  <a:lnTo>
                    <a:pt x="21600" y="1147"/>
                  </a:lnTo>
                  <a:lnTo>
                    <a:pt x="19694" y="1912"/>
                  </a:lnTo>
                  <a:lnTo>
                    <a:pt x="19694" y="18733"/>
                  </a:lnTo>
                  <a:lnTo>
                    <a:pt x="19059" y="19306"/>
                  </a:lnTo>
                  <a:lnTo>
                    <a:pt x="19059" y="19688"/>
                  </a:lnTo>
                  <a:lnTo>
                    <a:pt x="16518" y="20644"/>
                  </a:lnTo>
                  <a:lnTo>
                    <a:pt x="13976" y="21409"/>
                  </a:lnTo>
                  <a:lnTo>
                    <a:pt x="9529" y="21600"/>
                  </a:lnTo>
                  <a:lnTo>
                    <a:pt x="5082" y="21600"/>
                  </a:lnTo>
                  <a:lnTo>
                    <a:pt x="4447" y="20644"/>
                  </a:lnTo>
                  <a:lnTo>
                    <a:pt x="3176" y="19688"/>
                  </a:lnTo>
                  <a:lnTo>
                    <a:pt x="0" y="18542"/>
                  </a:lnTo>
                  <a:lnTo>
                    <a:pt x="6353" y="18542"/>
                  </a:lnTo>
                  <a:lnTo>
                    <a:pt x="7624" y="18350"/>
                  </a:lnTo>
                  <a:lnTo>
                    <a:pt x="8259" y="18350"/>
                  </a:lnTo>
                  <a:lnTo>
                    <a:pt x="8894" y="17777"/>
                  </a:lnTo>
                  <a:lnTo>
                    <a:pt x="8894" y="17395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6" name="Freeform 66"/>
            <p:cNvSpPr/>
            <p:nvPr/>
          </p:nvSpPr>
          <p:spPr>
            <a:xfrm>
              <a:off x="95487" y="92457"/>
              <a:ext cx="42440" cy="81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600"/>
                  </a:moveTo>
                  <a:lnTo>
                    <a:pt x="21600" y="15600"/>
                  </a:lnTo>
                  <a:lnTo>
                    <a:pt x="20829" y="18000"/>
                  </a:lnTo>
                  <a:lnTo>
                    <a:pt x="19286" y="19600"/>
                  </a:lnTo>
                  <a:lnTo>
                    <a:pt x="15429" y="21200"/>
                  </a:lnTo>
                  <a:lnTo>
                    <a:pt x="11571" y="21600"/>
                  </a:lnTo>
                  <a:lnTo>
                    <a:pt x="4629" y="21600"/>
                  </a:lnTo>
                  <a:lnTo>
                    <a:pt x="4629" y="19600"/>
                  </a:lnTo>
                  <a:lnTo>
                    <a:pt x="2314" y="17600"/>
                  </a:lnTo>
                  <a:lnTo>
                    <a:pt x="0" y="15200"/>
                  </a:lnTo>
                  <a:lnTo>
                    <a:pt x="6943" y="15200"/>
                  </a:lnTo>
                  <a:lnTo>
                    <a:pt x="8486" y="14800"/>
                  </a:lnTo>
                  <a:lnTo>
                    <a:pt x="9257" y="14800"/>
                  </a:lnTo>
                  <a:lnTo>
                    <a:pt x="10029" y="13600"/>
                  </a:lnTo>
                  <a:lnTo>
                    <a:pt x="10029" y="0"/>
                  </a:lnTo>
                  <a:lnTo>
                    <a:pt x="21600" y="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7" name="Freeform 67"/>
            <p:cNvSpPr/>
            <p:nvPr/>
          </p:nvSpPr>
          <p:spPr>
            <a:xfrm>
              <a:off x="101550" y="28798"/>
              <a:ext cx="37893" cy="46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6048" y="2090"/>
                  </a:lnTo>
                  <a:lnTo>
                    <a:pt x="11232" y="4181"/>
                  </a:lnTo>
                  <a:lnTo>
                    <a:pt x="19008" y="10452"/>
                  </a:lnTo>
                  <a:lnTo>
                    <a:pt x="20736" y="14632"/>
                  </a:lnTo>
                  <a:lnTo>
                    <a:pt x="21600" y="17419"/>
                  </a:lnTo>
                  <a:lnTo>
                    <a:pt x="20736" y="19510"/>
                  </a:lnTo>
                  <a:lnTo>
                    <a:pt x="19008" y="21600"/>
                  </a:lnTo>
                  <a:lnTo>
                    <a:pt x="11232" y="21600"/>
                  </a:lnTo>
                  <a:lnTo>
                    <a:pt x="9504" y="18813"/>
                  </a:lnTo>
                  <a:lnTo>
                    <a:pt x="7776" y="16723"/>
                  </a:lnTo>
                  <a:lnTo>
                    <a:pt x="6912" y="10452"/>
                  </a:lnTo>
                  <a:lnTo>
                    <a:pt x="6048" y="7665"/>
                  </a:lnTo>
                  <a:lnTo>
                    <a:pt x="4320" y="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8" name="Freeform 68"/>
            <p:cNvSpPr/>
            <p:nvPr/>
          </p:nvSpPr>
          <p:spPr>
            <a:xfrm>
              <a:off x="1515" y="131865"/>
              <a:ext cx="98520" cy="40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800"/>
                  </a:moveTo>
                  <a:lnTo>
                    <a:pt x="2326" y="21600"/>
                  </a:lnTo>
                  <a:lnTo>
                    <a:pt x="7643" y="17600"/>
                  </a:lnTo>
                  <a:lnTo>
                    <a:pt x="12628" y="12800"/>
                  </a:lnTo>
                  <a:lnTo>
                    <a:pt x="16948" y="6400"/>
                  </a:lnTo>
                  <a:lnTo>
                    <a:pt x="21600" y="0"/>
                  </a:lnTo>
                  <a:lnTo>
                    <a:pt x="10634" y="4800"/>
                  </a:lnTo>
                  <a:lnTo>
                    <a:pt x="0" y="8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09" name="Freeform 69"/>
            <p:cNvSpPr/>
            <p:nvPr/>
          </p:nvSpPr>
          <p:spPr>
            <a:xfrm>
              <a:off x="6062" y="1516"/>
              <a:ext cx="87911" cy="148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03" y="0"/>
                  </a:moveTo>
                  <a:lnTo>
                    <a:pt x="15269" y="1322"/>
                  </a:lnTo>
                  <a:lnTo>
                    <a:pt x="5586" y="1322"/>
                  </a:lnTo>
                  <a:lnTo>
                    <a:pt x="0" y="441"/>
                  </a:lnTo>
                  <a:lnTo>
                    <a:pt x="0" y="12784"/>
                  </a:lnTo>
                  <a:lnTo>
                    <a:pt x="5214" y="12784"/>
                  </a:lnTo>
                  <a:lnTo>
                    <a:pt x="5214" y="12343"/>
                  </a:lnTo>
                  <a:lnTo>
                    <a:pt x="7821" y="12343"/>
                  </a:lnTo>
                  <a:lnTo>
                    <a:pt x="7821" y="21600"/>
                  </a:lnTo>
                  <a:lnTo>
                    <a:pt x="13034" y="20498"/>
                  </a:lnTo>
                  <a:lnTo>
                    <a:pt x="13034" y="12343"/>
                  </a:lnTo>
                  <a:lnTo>
                    <a:pt x="15269" y="12343"/>
                  </a:lnTo>
                  <a:lnTo>
                    <a:pt x="15269" y="12784"/>
                  </a:lnTo>
                  <a:lnTo>
                    <a:pt x="20483" y="12784"/>
                  </a:lnTo>
                  <a:lnTo>
                    <a:pt x="20483" y="2645"/>
                  </a:lnTo>
                  <a:lnTo>
                    <a:pt x="21600" y="1543"/>
                  </a:lnTo>
                  <a:lnTo>
                    <a:pt x="17503" y="0"/>
                  </a:lnTo>
                  <a:close/>
                  <a:moveTo>
                    <a:pt x="7821" y="10359"/>
                  </a:moveTo>
                  <a:lnTo>
                    <a:pt x="5214" y="10359"/>
                  </a:lnTo>
                  <a:lnTo>
                    <a:pt x="5214" y="7494"/>
                  </a:lnTo>
                  <a:lnTo>
                    <a:pt x="7821" y="7494"/>
                  </a:lnTo>
                  <a:lnTo>
                    <a:pt x="7821" y="10359"/>
                  </a:lnTo>
                  <a:close/>
                  <a:moveTo>
                    <a:pt x="7821" y="5951"/>
                  </a:moveTo>
                  <a:lnTo>
                    <a:pt x="5214" y="5951"/>
                  </a:lnTo>
                  <a:lnTo>
                    <a:pt x="5214" y="3086"/>
                  </a:lnTo>
                  <a:lnTo>
                    <a:pt x="7821" y="3086"/>
                  </a:lnTo>
                  <a:lnTo>
                    <a:pt x="7821" y="5951"/>
                  </a:lnTo>
                  <a:close/>
                  <a:moveTo>
                    <a:pt x="15269" y="10359"/>
                  </a:moveTo>
                  <a:lnTo>
                    <a:pt x="13034" y="10359"/>
                  </a:lnTo>
                  <a:lnTo>
                    <a:pt x="13034" y="7494"/>
                  </a:lnTo>
                  <a:lnTo>
                    <a:pt x="15269" y="7494"/>
                  </a:lnTo>
                  <a:lnTo>
                    <a:pt x="15269" y="10359"/>
                  </a:lnTo>
                  <a:close/>
                  <a:moveTo>
                    <a:pt x="15269" y="5951"/>
                  </a:moveTo>
                  <a:lnTo>
                    <a:pt x="13034" y="5951"/>
                  </a:lnTo>
                  <a:lnTo>
                    <a:pt x="13034" y="3086"/>
                  </a:lnTo>
                  <a:lnTo>
                    <a:pt x="15269" y="3086"/>
                  </a:lnTo>
                  <a:lnTo>
                    <a:pt x="15269" y="595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omura Standar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30"/>
          <p:cNvGrpSpPr/>
          <p:nvPr/>
        </p:nvGrpSpPr>
        <p:grpSpPr>
          <a:xfrm>
            <a:off x="272750" y="1899"/>
            <a:ext cx="9633285" cy="2516190"/>
            <a:chOff x="0" y="0"/>
            <a:chExt cx="9633285" cy="2516188"/>
          </a:xfrm>
        </p:grpSpPr>
        <p:sp>
          <p:nvSpPr>
            <p:cNvPr id="118" name="Freeform 24"/>
            <p:cNvSpPr/>
            <p:nvPr/>
          </p:nvSpPr>
          <p:spPr>
            <a:xfrm>
              <a:off x="3724275" y="0"/>
              <a:ext cx="5909011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759"/>
                  </a:moveTo>
                  <a:lnTo>
                    <a:pt x="2802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242" y="0"/>
                  </a:lnTo>
                  <a:lnTo>
                    <a:pt x="0" y="6759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19" name="Freeform 25"/>
            <p:cNvSpPr/>
            <p:nvPr/>
          </p:nvSpPr>
          <p:spPr>
            <a:xfrm>
              <a:off x="3208338" y="1173163"/>
              <a:ext cx="963614" cy="1343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04" y="21600"/>
                  </a:moveTo>
                  <a:lnTo>
                    <a:pt x="21600" y="21600"/>
                  </a:lnTo>
                  <a:lnTo>
                    <a:pt x="8185" y="0"/>
                  </a:lnTo>
                  <a:lnTo>
                    <a:pt x="0" y="13583"/>
                  </a:lnTo>
                  <a:lnTo>
                    <a:pt x="4804" y="21600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0" name="Freeform 26"/>
            <p:cNvSpPr/>
            <p:nvPr/>
          </p:nvSpPr>
          <p:spPr>
            <a:xfrm>
              <a:off x="1989138" y="830263"/>
              <a:ext cx="1241426" cy="1685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7871" y="21600"/>
                  </a:lnTo>
                  <a:lnTo>
                    <a:pt x="21600" y="15214"/>
                  </a:lnTo>
                  <a:lnTo>
                    <a:pt x="126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1" name="Freeform 27"/>
            <p:cNvSpPr/>
            <p:nvPr/>
          </p:nvSpPr>
          <p:spPr>
            <a:xfrm>
              <a:off x="3057525" y="0"/>
              <a:ext cx="685800" cy="1173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6350" y="21600"/>
                  </a:lnTo>
                  <a:lnTo>
                    <a:pt x="21600" y="14497"/>
                  </a:lnTo>
                  <a:lnTo>
                    <a:pt x="10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2" name="Freeform 28"/>
            <p:cNvSpPr/>
            <p:nvPr/>
          </p:nvSpPr>
          <p:spPr>
            <a:xfrm>
              <a:off x="3381375" y="0"/>
              <a:ext cx="692150" cy="78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99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3" name="Freeform 29"/>
            <p:cNvSpPr/>
            <p:nvPr/>
          </p:nvSpPr>
          <p:spPr>
            <a:xfrm>
              <a:off x="2708275" y="0"/>
              <a:ext cx="877888" cy="2017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888"/>
                  </a:moveTo>
                  <a:lnTo>
                    <a:pt x="12616" y="21600"/>
                  </a:lnTo>
                  <a:lnTo>
                    <a:pt x="21600" y="12559"/>
                  </a:lnTo>
                  <a:lnTo>
                    <a:pt x="8827" y="0"/>
                  </a:lnTo>
                  <a:lnTo>
                    <a:pt x="0" y="8888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4" name="Freeform 30"/>
            <p:cNvSpPr/>
            <p:nvPr/>
          </p:nvSpPr>
          <p:spPr>
            <a:xfrm>
              <a:off x="2359025" y="0"/>
              <a:ext cx="717550" cy="8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361" y="28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2171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5" name="Freeform 31"/>
            <p:cNvSpPr/>
            <p:nvPr/>
          </p:nvSpPr>
          <p:spPr>
            <a:xfrm>
              <a:off x="1312863" y="0"/>
              <a:ext cx="1414464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70" y="95"/>
                  </a:moveTo>
                  <a:lnTo>
                    <a:pt x="16121" y="0"/>
                  </a:lnTo>
                  <a:lnTo>
                    <a:pt x="0" y="21600"/>
                  </a:lnTo>
                  <a:lnTo>
                    <a:pt x="10473" y="21600"/>
                  </a:lnTo>
                  <a:lnTo>
                    <a:pt x="21600" y="7127"/>
                  </a:lnTo>
                  <a:lnTo>
                    <a:pt x="16170" y="95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26" name="Freeform 32"/>
            <p:cNvSpPr/>
            <p:nvPr/>
          </p:nvSpPr>
          <p:spPr>
            <a:xfrm>
              <a:off x="0" y="0"/>
              <a:ext cx="2381250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05" y="0"/>
                  </a:moveTo>
                  <a:lnTo>
                    <a:pt x="0" y="21600"/>
                  </a:lnTo>
                  <a:lnTo>
                    <a:pt x="11995" y="21600"/>
                  </a:lnTo>
                  <a:lnTo>
                    <a:pt x="21600" y="0"/>
                  </a:lnTo>
                  <a:lnTo>
                    <a:pt x="9605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0" name="Group 33"/>
          <p:cNvGrpSpPr/>
          <p:nvPr/>
        </p:nvGrpSpPr>
        <p:grpSpPr>
          <a:xfrm>
            <a:off x="7786023" y="310689"/>
            <a:ext cx="1839369" cy="374839"/>
            <a:chOff x="0" y="0"/>
            <a:chExt cx="1839368" cy="374837"/>
          </a:xfrm>
        </p:grpSpPr>
        <p:pic>
          <p:nvPicPr>
            <p:cNvPr id="128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79227" y="0"/>
              <a:ext cx="1260142" cy="2160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9" name="TextBox 13"/>
            <p:cNvSpPr txBox="1"/>
            <p:nvPr/>
          </p:nvSpPr>
          <p:spPr>
            <a:xfrm>
              <a:off x="0" y="247837"/>
              <a:ext cx="1809115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i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Connecting Markets East &amp; West</a:t>
              </a:r>
            </a:p>
          </p:txBody>
        </p:sp>
      </p:grpSp>
      <p:sp>
        <p:nvSpPr>
          <p:cNvPr id="131" name="本文レベル1…"/>
          <p:cNvSpPr txBox="1"/>
          <p:nvPr>
            <p:ph type="body" sz="quarter" idx="1" hasCustomPrompt="1"/>
          </p:nvPr>
        </p:nvSpPr>
        <p:spPr>
          <a:xfrm>
            <a:off x="266399" y="3887999"/>
            <a:ext cx="7200002" cy="5076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b="1" sz="1800"/>
            </a:lvl1pPr>
            <a:lvl2pPr marL="365919" indent="-364332">
              <a:lnSpc>
                <a:spcPct val="120000"/>
              </a:lnSpc>
              <a:spcBef>
                <a:spcPts val="0"/>
              </a:spcBef>
              <a:defRPr b="1" sz="1800"/>
            </a:lvl2pPr>
            <a:lvl3pPr marL="486568" indent="-240506">
              <a:lnSpc>
                <a:spcPct val="120000"/>
              </a:lnSpc>
              <a:spcBef>
                <a:spcPts val="0"/>
              </a:spcBef>
              <a:defRPr b="1" sz="1800"/>
            </a:lvl3pPr>
            <a:lvl4pPr marL="617537" indent="-209550">
              <a:lnSpc>
                <a:spcPct val="120000"/>
              </a:lnSpc>
              <a:spcBef>
                <a:spcPts val="0"/>
              </a:spcBef>
              <a:defRPr b="1" sz="1800"/>
            </a:lvl4pPr>
            <a:lvl5pPr marL="823119" indent="-273844">
              <a:lnSpc>
                <a:spcPct val="120000"/>
              </a:lnSpc>
              <a:spcBef>
                <a:spcPts val="0"/>
              </a:spcBef>
              <a:defRPr b="1" sz="1800"/>
            </a:lvl5pPr>
          </a:lstStyle>
          <a:p>
            <a:pPr/>
            <a:r>
              <a:t>Enter your subtitle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2" name="Text Placeholder 17"/>
          <p:cNvSpPr/>
          <p:nvPr>
            <p:ph type="body" sz="quarter" idx="21" hasCustomPrompt="1"/>
          </p:nvPr>
        </p:nvSpPr>
        <p:spPr>
          <a:xfrm>
            <a:off x="266399" y="6453335"/>
            <a:ext cx="3960442" cy="239907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Enter date here</a:t>
            </a:r>
          </a:p>
        </p:txBody>
      </p:sp>
      <p:sp>
        <p:nvSpPr>
          <p:cNvPr id="133" name="Text Placeholder 18"/>
          <p:cNvSpPr/>
          <p:nvPr>
            <p:ph type="body" sz="quarter" idx="22" hasCustomPrompt="1"/>
          </p:nvPr>
        </p:nvSpPr>
        <p:spPr>
          <a:xfrm>
            <a:off x="7164465" y="4869160"/>
            <a:ext cx="2448273" cy="1223418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algn="r"/>
          </a:lstStyle>
          <a:p>
            <a:pPr/>
            <a:r>
              <a:t>Client logo here</a:t>
            </a:r>
          </a:p>
        </p:txBody>
      </p:sp>
      <p:sp>
        <p:nvSpPr>
          <p:cNvPr id="134" name="Text Box 11"/>
          <p:cNvSpPr txBox="1"/>
          <p:nvPr/>
        </p:nvSpPr>
        <p:spPr>
          <a:xfrm>
            <a:off x="7417399" y="6326335"/>
            <a:ext cx="21953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STRICTLY PRIVATE AND CONFIDENTIAL</a:t>
            </a:r>
          </a:p>
        </p:txBody>
      </p:sp>
      <p:sp>
        <p:nvSpPr>
          <p:cNvPr id="135" name="Enter your title here"/>
          <p:cNvSpPr txBox="1"/>
          <p:nvPr>
            <p:ph type="title" hasCustomPrompt="1"/>
          </p:nvPr>
        </p:nvSpPr>
        <p:spPr>
          <a:xfrm>
            <a:off x="266399" y="2879999"/>
            <a:ext cx="7200002" cy="858954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Enter your title here</a:t>
            </a:r>
          </a:p>
        </p:txBody>
      </p:sp>
      <p:sp>
        <p:nvSpPr>
          <p:cNvPr id="136" name="Text Placeholder 31"/>
          <p:cNvSpPr/>
          <p:nvPr>
            <p:ph type="body" sz="quarter" idx="23" hasCustomPrompt="1"/>
          </p:nvPr>
        </p:nvSpPr>
        <p:spPr>
          <a:xfrm>
            <a:off x="266399" y="4869160"/>
            <a:ext cx="3960442" cy="79208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Business Division Business Subdivision Region Label</a:t>
            </a:r>
          </a:p>
        </p:txBody>
      </p:sp>
      <p:sp>
        <p:nvSpPr>
          <p:cNvPr id="137" name="Text Placeholder 31"/>
          <p:cNvSpPr/>
          <p:nvPr>
            <p:ph type="body" sz="quarter" idx="24" hasCustomPrompt="1"/>
          </p:nvPr>
        </p:nvSpPr>
        <p:spPr>
          <a:xfrm>
            <a:off x="266399" y="5821288"/>
            <a:ext cx="3960442" cy="47200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Author / Presenter name Author / Presenter name</a:t>
            </a:r>
          </a:p>
        </p:txBody>
      </p:sp>
      <p:sp>
        <p:nvSpPr>
          <p:cNvPr id="138" name="Text Box 11"/>
          <p:cNvSpPr txBox="1"/>
          <p:nvPr/>
        </p:nvSpPr>
        <p:spPr>
          <a:xfrm>
            <a:off x="9077539" y="6588798"/>
            <a:ext cx="53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© Nomura</a:t>
            </a:r>
          </a:p>
        </p:txBody>
      </p:sp>
      <p:sp>
        <p:nvSpPr>
          <p:cNvPr id="13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omura Standard Part 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rcRect l="0" t="0" r="0" b="7581"/>
          <a:stretch>
            <a:fillRect/>
          </a:stretch>
        </p:blipFill>
        <p:spPr>
          <a:xfrm>
            <a:off x="1" y="-1"/>
            <a:ext cx="3919071" cy="2514247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本文レベル1…"/>
          <p:cNvSpPr txBox="1"/>
          <p:nvPr>
            <p:ph type="body" sz="quarter" idx="1" hasCustomPrompt="1"/>
          </p:nvPr>
        </p:nvSpPr>
        <p:spPr>
          <a:xfrm>
            <a:off x="266399" y="3887999"/>
            <a:ext cx="7200002" cy="5076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b="1" sz="1800"/>
            </a:lvl1pPr>
            <a:lvl2pPr marL="365919" indent="-364332">
              <a:lnSpc>
                <a:spcPct val="120000"/>
              </a:lnSpc>
              <a:spcBef>
                <a:spcPts val="0"/>
              </a:spcBef>
              <a:defRPr b="1" sz="1800"/>
            </a:lvl2pPr>
            <a:lvl3pPr marL="486568" indent="-240506">
              <a:lnSpc>
                <a:spcPct val="120000"/>
              </a:lnSpc>
              <a:spcBef>
                <a:spcPts val="0"/>
              </a:spcBef>
              <a:defRPr b="1" sz="1800"/>
            </a:lvl3pPr>
            <a:lvl4pPr marL="617537" indent="-209550">
              <a:lnSpc>
                <a:spcPct val="120000"/>
              </a:lnSpc>
              <a:spcBef>
                <a:spcPts val="0"/>
              </a:spcBef>
              <a:defRPr b="1" sz="1800"/>
            </a:lvl4pPr>
            <a:lvl5pPr marL="823119" indent="-273844">
              <a:lnSpc>
                <a:spcPct val="120000"/>
              </a:lnSpc>
              <a:spcBef>
                <a:spcPts val="0"/>
              </a:spcBef>
              <a:defRPr b="1" sz="1800"/>
            </a:lvl5pPr>
          </a:lstStyle>
          <a:p>
            <a:pPr/>
            <a:r>
              <a:t>Enter your subtitle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8" name="Enter your title here"/>
          <p:cNvSpPr txBox="1"/>
          <p:nvPr>
            <p:ph type="title" hasCustomPrompt="1"/>
          </p:nvPr>
        </p:nvSpPr>
        <p:spPr>
          <a:xfrm>
            <a:off x="266399" y="2879999"/>
            <a:ext cx="7200002" cy="858954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Enter your title here</a:t>
            </a:r>
          </a:p>
        </p:txBody>
      </p:sp>
      <p:sp>
        <p:nvSpPr>
          <p:cNvPr id="149" name="Text Placeholder 17"/>
          <p:cNvSpPr/>
          <p:nvPr>
            <p:ph type="body" sz="quarter" idx="21" hasCustomPrompt="1"/>
          </p:nvPr>
        </p:nvSpPr>
        <p:spPr>
          <a:xfrm>
            <a:off x="266399" y="6453335"/>
            <a:ext cx="3960442" cy="239907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Enter date here</a:t>
            </a:r>
          </a:p>
        </p:txBody>
      </p:sp>
      <p:sp>
        <p:nvSpPr>
          <p:cNvPr id="150" name="Text Placeholder 18"/>
          <p:cNvSpPr/>
          <p:nvPr>
            <p:ph type="body" sz="quarter" idx="22" hasCustomPrompt="1"/>
          </p:nvPr>
        </p:nvSpPr>
        <p:spPr>
          <a:xfrm>
            <a:off x="7164465" y="4869160"/>
            <a:ext cx="2448273" cy="1223418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algn="r"/>
          </a:lstStyle>
          <a:p>
            <a:pPr/>
            <a:r>
              <a:t>Client logo here</a:t>
            </a:r>
          </a:p>
        </p:txBody>
      </p:sp>
      <p:sp>
        <p:nvSpPr>
          <p:cNvPr id="151" name="Text Box 11"/>
          <p:cNvSpPr txBox="1"/>
          <p:nvPr/>
        </p:nvSpPr>
        <p:spPr>
          <a:xfrm>
            <a:off x="7417399" y="6326335"/>
            <a:ext cx="21953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STRICTLY PRIVATE AND CONFIDENTIAL</a:t>
            </a:r>
          </a:p>
        </p:txBody>
      </p:sp>
      <p:sp>
        <p:nvSpPr>
          <p:cNvPr id="152" name="Text Placeholder 31"/>
          <p:cNvSpPr/>
          <p:nvPr>
            <p:ph type="body" sz="quarter" idx="23" hasCustomPrompt="1"/>
          </p:nvPr>
        </p:nvSpPr>
        <p:spPr>
          <a:xfrm>
            <a:off x="266399" y="4869160"/>
            <a:ext cx="3960442" cy="79208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Business Division Business Subdivision Region Label</a:t>
            </a:r>
          </a:p>
        </p:txBody>
      </p:sp>
      <p:sp>
        <p:nvSpPr>
          <p:cNvPr id="153" name="Text Placeholder 31"/>
          <p:cNvSpPr/>
          <p:nvPr>
            <p:ph type="body" sz="quarter" idx="24" hasCustomPrompt="1"/>
          </p:nvPr>
        </p:nvSpPr>
        <p:spPr>
          <a:xfrm>
            <a:off x="266399" y="5821288"/>
            <a:ext cx="3960442" cy="47200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Author / Presenter name Author / Presenter name</a:t>
            </a:r>
          </a:p>
        </p:txBody>
      </p:sp>
      <p:sp>
        <p:nvSpPr>
          <p:cNvPr id="154" name="Text Box 11"/>
          <p:cNvSpPr txBox="1"/>
          <p:nvPr/>
        </p:nvSpPr>
        <p:spPr>
          <a:xfrm>
            <a:off x="9077539" y="6588798"/>
            <a:ext cx="53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© Nomura</a:t>
            </a:r>
          </a:p>
        </p:txBody>
      </p:sp>
      <p:grpSp>
        <p:nvGrpSpPr>
          <p:cNvPr id="164" name="Group 83"/>
          <p:cNvGrpSpPr/>
          <p:nvPr/>
        </p:nvGrpSpPr>
        <p:grpSpPr>
          <a:xfrm>
            <a:off x="2606207" y="-1276"/>
            <a:ext cx="7299547" cy="2516190"/>
            <a:chOff x="0" y="0"/>
            <a:chExt cx="7299545" cy="2516188"/>
          </a:xfrm>
        </p:grpSpPr>
        <p:sp>
          <p:nvSpPr>
            <p:cNvPr id="155" name="Freeform 24"/>
            <p:cNvSpPr/>
            <p:nvPr/>
          </p:nvSpPr>
          <p:spPr>
            <a:xfrm>
              <a:off x="3724274" y="0"/>
              <a:ext cx="3575272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759"/>
                  </a:moveTo>
                  <a:lnTo>
                    <a:pt x="4631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054" y="0"/>
                  </a:lnTo>
                  <a:lnTo>
                    <a:pt x="0" y="6759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56" name="Freeform 25"/>
            <p:cNvSpPr/>
            <p:nvPr/>
          </p:nvSpPr>
          <p:spPr>
            <a:xfrm>
              <a:off x="3217863" y="1173163"/>
              <a:ext cx="963614" cy="1343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04" y="21600"/>
                  </a:moveTo>
                  <a:lnTo>
                    <a:pt x="21600" y="21600"/>
                  </a:lnTo>
                  <a:lnTo>
                    <a:pt x="8185" y="0"/>
                  </a:lnTo>
                  <a:lnTo>
                    <a:pt x="0" y="13583"/>
                  </a:lnTo>
                  <a:lnTo>
                    <a:pt x="4804" y="21600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57" name="Freeform 76"/>
            <p:cNvSpPr/>
            <p:nvPr/>
          </p:nvSpPr>
          <p:spPr>
            <a:xfrm>
              <a:off x="1989138" y="830263"/>
              <a:ext cx="1241426" cy="1685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7871" y="21600"/>
                  </a:lnTo>
                  <a:lnTo>
                    <a:pt x="21600" y="15214"/>
                  </a:lnTo>
                  <a:lnTo>
                    <a:pt x="126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58" name="Freeform 77"/>
            <p:cNvSpPr/>
            <p:nvPr/>
          </p:nvSpPr>
          <p:spPr>
            <a:xfrm>
              <a:off x="3057525" y="0"/>
              <a:ext cx="685800" cy="1173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6350" y="21600"/>
                  </a:lnTo>
                  <a:lnTo>
                    <a:pt x="21600" y="14497"/>
                  </a:lnTo>
                  <a:lnTo>
                    <a:pt x="10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59" name="Freeform 78"/>
            <p:cNvSpPr/>
            <p:nvPr/>
          </p:nvSpPr>
          <p:spPr>
            <a:xfrm>
              <a:off x="3381375" y="0"/>
              <a:ext cx="692150" cy="78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99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60" name="Freeform 79"/>
            <p:cNvSpPr/>
            <p:nvPr/>
          </p:nvSpPr>
          <p:spPr>
            <a:xfrm>
              <a:off x="2708275" y="0"/>
              <a:ext cx="877888" cy="2017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888"/>
                  </a:moveTo>
                  <a:lnTo>
                    <a:pt x="12616" y="21600"/>
                  </a:lnTo>
                  <a:lnTo>
                    <a:pt x="21600" y="12559"/>
                  </a:lnTo>
                  <a:lnTo>
                    <a:pt x="8827" y="0"/>
                  </a:lnTo>
                  <a:lnTo>
                    <a:pt x="0" y="8888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61" name="Freeform 30"/>
            <p:cNvSpPr/>
            <p:nvPr/>
          </p:nvSpPr>
          <p:spPr>
            <a:xfrm>
              <a:off x="2359025" y="0"/>
              <a:ext cx="717550" cy="8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361" y="28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2171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62" name="Freeform 31"/>
            <p:cNvSpPr/>
            <p:nvPr/>
          </p:nvSpPr>
          <p:spPr>
            <a:xfrm>
              <a:off x="1312863" y="0"/>
              <a:ext cx="1414464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70" y="95"/>
                  </a:moveTo>
                  <a:lnTo>
                    <a:pt x="16121" y="0"/>
                  </a:lnTo>
                  <a:lnTo>
                    <a:pt x="0" y="21600"/>
                  </a:lnTo>
                  <a:lnTo>
                    <a:pt x="10473" y="21600"/>
                  </a:lnTo>
                  <a:lnTo>
                    <a:pt x="21600" y="7127"/>
                  </a:lnTo>
                  <a:lnTo>
                    <a:pt x="16170" y="95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63" name="Freeform 32"/>
            <p:cNvSpPr/>
            <p:nvPr/>
          </p:nvSpPr>
          <p:spPr>
            <a:xfrm>
              <a:off x="0" y="0"/>
              <a:ext cx="2381250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05" y="0"/>
                  </a:moveTo>
                  <a:lnTo>
                    <a:pt x="0" y="21600"/>
                  </a:lnTo>
                  <a:lnTo>
                    <a:pt x="11995" y="21600"/>
                  </a:lnTo>
                  <a:lnTo>
                    <a:pt x="21600" y="0"/>
                  </a:lnTo>
                  <a:lnTo>
                    <a:pt x="9605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67" name="Group 84"/>
          <p:cNvGrpSpPr/>
          <p:nvPr/>
        </p:nvGrpSpPr>
        <p:grpSpPr>
          <a:xfrm>
            <a:off x="7786023" y="310689"/>
            <a:ext cx="1839369" cy="374839"/>
            <a:chOff x="0" y="0"/>
            <a:chExt cx="1839368" cy="374837"/>
          </a:xfrm>
        </p:grpSpPr>
        <p:pic>
          <p:nvPicPr>
            <p:cNvPr id="165" name="Picture 3" descr="Picture 3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79227" y="0"/>
              <a:ext cx="1260142" cy="2160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6" name="TextBox 86"/>
            <p:cNvSpPr txBox="1"/>
            <p:nvPr/>
          </p:nvSpPr>
          <p:spPr>
            <a:xfrm>
              <a:off x="0" y="247837"/>
              <a:ext cx="1809115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i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Connecting Markets East &amp; West</a:t>
              </a:r>
            </a:p>
          </p:txBody>
        </p:sp>
      </p:grpSp>
      <p:sp>
        <p:nvSpPr>
          <p:cNvPr id="16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omura Standard Full 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905752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本文レベル1…"/>
          <p:cNvSpPr txBox="1"/>
          <p:nvPr>
            <p:ph type="body" sz="quarter" idx="1" hasCustomPrompt="1"/>
          </p:nvPr>
        </p:nvSpPr>
        <p:spPr>
          <a:xfrm>
            <a:off x="266399" y="3887999"/>
            <a:ext cx="7200002" cy="5076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b="1" sz="1800"/>
            </a:lvl1pPr>
            <a:lvl2pPr marL="365919" indent="-364332">
              <a:lnSpc>
                <a:spcPct val="120000"/>
              </a:lnSpc>
              <a:spcBef>
                <a:spcPts val="0"/>
              </a:spcBef>
              <a:defRPr b="1" sz="1800"/>
            </a:lvl2pPr>
            <a:lvl3pPr marL="486568" indent="-240506">
              <a:lnSpc>
                <a:spcPct val="120000"/>
              </a:lnSpc>
              <a:spcBef>
                <a:spcPts val="0"/>
              </a:spcBef>
              <a:defRPr b="1" sz="1800"/>
            </a:lvl3pPr>
            <a:lvl4pPr marL="617537" indent="-209550">
              <a:lnSpc>
                <a:spcPct val="120000"/>
              </a:lnSpc>
              <a:spcBef>
                <a:spcPts val="0"/>
              </a:spcBef>
              <a:defRPr b="1" sz="1800"/>
            </a:lvl4pPr>
            <a:lvl5pPr marL="823119" indent="-273844">
              <a:lnSpc>
                <a:spcPct val="120000"/>
              </a:lnSpc>
              <a:spcBef>
                <a:spcPts val="0"/>
              </a:spcBef>
              <a:defRPr b="1" sz="1800"/>
            </a:lvl5pPr>
          </a:lstStyle>
          <a:p>
            <a:pPr/>
            <a:r>
              <a:t>Enter your subtitle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7" name="Enter your title here"/>
          <p:cNvSpPr txBox="1"/>
          <p:nvPr>
            <p:ph type="title" hasCustomPrompt="1"/>
          </p:nvPr>
        </p:nvSpPr>
        <p:spPr>
          <a:xfrm>
            <a:off x="266399" y="2879999"/>
            <a:ext cx="7200002" cy="858954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Enter your title here</a:t>
            </a:r>
          </a:p>
        </p:txBody>
      </p:sp>
      <p:sp>
        <p:nvSpPr>
          <p:cNvPr id="178" name="Text Placeholder 17"/>
          <p:cNvSpPr/>
          <p:nvPr>
            <p:ph type="body" sz="quarter" idx="21" hasCustomPrompt="1"/>
          </p:nvPr>
        </p:nvSpPr>
        <p:spPr>
          <a:xfrm>
            <a:off x="266399" y="6453335"/>
            <a:ext cx="3960442" cy="239907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Enter date here</a:t>
            </a:r>
          </a:p>
        </p:txBody>
      </p:sp>
      <p:sp>
        <p:nvSpPr>
          <p:cNvPr id="179" name="Text Placeholder 18"/>
          <p:cNvSpPr/>
          <p:nvPr>
            <p:ph type="body" sz="quarter" idx="22" hasCustomPrompt="1"/>
          </p:nvPr>
        </p:nvSpPr>
        <p:spPr>
          <a:xfrm>
            <a:off x="7164465" y="4869160"/>
            <a:ext cx="2448273" cy="1223418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algn="r"/>
          </a:lstStyle>
          <a:p>
            <a:pPr/>
            <a:r>
              <a:t>Client logo here</a:t>
            </a:r>
          </a:p>
        </p:txBody>
      </p:sp>
      <p:sp>
        <p:nvSpPr>
          <p:cNvPr id="180" name="Text Box 11"/>
          <p:cNvSpPr txBox="1"/>
          <p:nvPr/>
        </p:nvSpPr>
        <p:spPr>
          <a:xfrm>
            <a:off x="7417399" y="6326335"/>
            <a:ext cx="21953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STRICTLY PRIVATE AND CONFIDENTIAL</a:t>
            </a:r>
          </a:p>
        </p:txBody>
      </p:sp>
      <p:sp>
        <p:nvSpPr>
          <p:cNvPr id="181" name="Text Placeholder 31"/>
          <p:cNvSpPr/>
          <p:nvPr>
            <p:ph type="body" sz="quarter" idx="23" hasCustomPrompt="1"/>
          </p:nvPr>
        </p:nvSpPr>
        <p:spPr>
          <a:xfrm>
            <a:off x="266399" y="4869160"/>
            <a:ext cx="3960442" cy="79208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Business Division Business Subdivision Region Label</a:t>
            </a:r>
          </a:p>
        </p:txBody>
      </p:sp>
      <p:sp>
        <p:nvSpPr>
          <p:cNvPr id="182" name="Text Placeholder 31"/>
          <p:cNvSpPr/>
          <p:nvPr>
            <p:ph type="body" sz="quarter" idx="24" hasCustomPrompt="1"/>
          </p:nvPr>
        </p:nvSpPr>
        <p:spPr>
          <a:xfrm>
            <a:off x="266399" y="5821288"/>
            <a:ext cx="3960442" cy="472009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0"/>
              </a:spcBef>
              <a:defRPr sz="1400"/>
            </a:lvl1pPr>
          </a:lstStyle>
          <a:p>
            <a:pPr/>
            <a:r>
              <a:t>Author / Presenter name Author / Presenter name</a:t>
            </a:r>
          </a:p>
        </p:txBody>
      </p:sp>
      <p:sp>
        <p:nvSpPr>
          <p:cNvPr id="183" name="Text Box 11"/>
          <p:cNvSpPr txBox="1"/>
          <p:nvPr/>
        </p:nvSpPr>
        <p:spPr>
          <a:xfrm>
            <a:off x="9077539" y="6588798"/>
            <a:ext cx="53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z="900"/>
            </a:lvl1pPr>
          </a:lstStyle>
          <a:p>
            <a:pPr/>
            <a:r>
              <a:t>© Nomura</a:t>
            </a:r>
          </a:p>
        </p:txBody>
      </p:sp>
      <p:grpSp>
        <p:nvGrpSpPr>
          <p:cNvPr id="193" name="Group 61"/>
          <p:cNvGrpSpPr/>
          <p:nvPr/>
        </p:nvGrpSpPr>
        <p:grpSpPr>
          <a:xfrm>
            <a:off x="2606207" y="2324"/>
            <a:ext cx="7299547" cy="2516190"/>
            <a:chOff x="0" y="0"/>
            <a:chExt cx="7299545" cy="2516188"/>
          </a:xfrm>
        </p:grpSpPr>
        <p:sp>
          <p:nvSpPr>
            <p:cNvPr id="184" name="Freeform 24"/>
            <p:cNvSpPr/>
            <p:nvPr/>
          </p:nvSpPr>
          <p:spPr>
            <a:xfrm>
              <a:off x="3724274" y="0"/>
              <a:ext cx="3575272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759"/>
                  </a:moveTo>
                  <a:lnTo>
                    <a:pt x="4631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054" y="0"/>
                  </a:lnTo>
                  <a:lnTo>
                    <a:pt x="0" y="6759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85" name="Freeform 25"/>
            <p:cNvSpPr/>
            <p:nvPr/>
          </p:nvSpPr>
          <p:spPr>
            <a:xfrm>
              <a:off x="3217863" y="1173163"/>
              <a:ext cx="963614" cy="1343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04" y="21600"/>
                  </a:moveTo>
                  <a:lnTo>
                    <a:pt x="21600" y="21600"/>
                  </a:lnTo>
                  <a:lnTo>
                    <a:pt x="8185" y="0"/>
                  </a:lnTo>
                  <a:lnTo>
                    <a:pt x="0" y="13583"/>
                  </a:lnTo>
                  <a:lnTo>
                    <a:pt x="4804" y="21600"/>
                  </a:lnTo>
                  <a:close/>
                </a:path>
              </a:pathLst>
            </a:custGeom>
            <a:solidFill>
              <a:srgbClr val="CA242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86" name="Freeform 51"/>
            <p:cNvSpPr/>
            <p:nvPr/>
          </p:nvSpPr>
          <p:spPr>
            <a:xfrm>
              <a:off x="1989138" y="830263"/>
              <a:ext cx="1241426" cy="1685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7871" y="21600"/>
                  </a:lnTo>
                  <a:lnTo>
                    <a:pt x="21600" y="15214"/>
                  </a:lnTo>
                  <a:lnTo>
                    <a:pt x="126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87" name="Freeform 52"/>
            <p:cNvSpPr/>
            <p:nvPr/>
          </p:nvSpPr>
          <p:spPr>
            <a:xfrm>
              <a:off x="3057525" y="0"/>
              <a:ext cx="685800" cy="1173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6350" y="21600"/>
                  </a:lnTo>
                  <a:lnTo>
                    <a:pt x="21600" y="14497"/>
                  </a:lnTo>
                  <a:lnTo>
                    <a:pt x="10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88" name="Freeform 53"/>
            <p:cNvSpPr/>
            <p:nvPr/>
          </p:nvSpPr>
          <p:spPr>
            <a:xfrm>
              <a:off x="3381375" y="0"/>
              <a:ext cx="692150" cy="78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99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89" name="Freeform 54"/>
            <p:cNvSpPr/>
            <p:nvPr/>
          </p:nvSpPr>
          <p:spPr>
            <a:xfrm>
              <a:off x="2708275" y="0"/>
              <a:ext cx="877888" cy="2017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888"/>
                  </a:moveTo>
                  <a:lnTo>
                    <a:pt x="12616" y="21600"/>
                  </a:lnTo>
                  <a:lnTo>
                    <a:pt x="21600" y="12559"/>
                  </a:lnTo>
                  <a:lnTo>
                    <a:pt x="8827" y="0"/>
                  </a:lnTo>
                  <a:lnTo>
                    <a:pt x="0" y="8888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90" name="Freeform 30"/>
            <p:cNvSpPr/>
            <p:nvPr/>
          </p:nvSpPr>
          <p:spPr>
            <a:xfrm>
              <a:off x="2359025" y="0"/>
              <a:ext cx="717550" cy="8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361" y="28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2171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91" name="Freeform 31"/>
            <p:cNvSpPr/>
            <p:nvPr/>
          </p:nvSpPr>
          <p:spPr>
            <a:xfrm>
              <a:off x="1312863" y="0"/>
              <a:ext cx="1414464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70" y="95"/>
                  </a:moveTo>
                  <a:lnTo>
                    <a:pt x="16121" y="0"/>
                  </a:lnTo>
                  <a:lnTo>
                    <a:pt x="0" y="21600"/>
                  </a:lnTo>
                  <a:lnTo>
                    <a:pt x="10473" y="21600"/>
                  </a:lnTo>
                  <a:lnTo>
                    <a:pt x="21600" y="7127"/>
                  </a:lnTo>
                  <a:lnTo>
                    <a:pt x="16170" y="95"/>
                  </a:lnTo>
                  <a:close/>
                </a:path>
              </a:pathLst>
            </a:custGeom>
            <a:solidFill>
              <a:srgbClr val="AF1B18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192" name="Freeform 32"/>
            <p:cNvSpPr/>
            <p:nvPr/>
          </p:nvSpPr>
          <p:spPr>
            <a:xfrm>
              <a:off x="0" y="0"/>
              <a:ext cx="2381250" cy="251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05" y="0"/>
                  </a:moveTo>
                  <a:lnTo>
                    <a:pt x="0" y="21600"/>
                  </a:lnTo>
                  <a:lnTo>
                    <a:pt x="11995" y="21600"/>
                  </a:lnTo>
                  <a:lnTo>
                    <a:pt x="21600" y="0"/>
                  </a:lnTo>
                  <a:lnTo>
                    <a:pt x="9605" y="0"/>
                  </a:lnTo>
                  <a:close/>
                </a:path>
              </a:pathLst>
            </a:custGeom>
            <a:solidFill>
              <a:srgbClr val="CF3936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96" name="Group 58"/>
          <p:cNvGrpSpPr/>
          <p:nvPr/>
        </p:nvGrpSpPr>
        <p:grpSpPr>
          <a:xfrm>
            <a:off x="7786023" y="310689"/>
            <a:ext cx="1839369" cy="374839"/>
            <a:chOff x="0" y="0"/>
            <a:chExt cx="1839368" cy="374837"/>
          </a:xfrm>
        </p:grpSpPr>
        <p:pic>
          <p:nvPicPr>
            <p:cNvPr id="194" name="Picture 3" descr="Picture 3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79227" y="0"/>
              <a:ext cx="1260142" cy="2160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5" name="TextBox 60"/>
            <p:cNvSpPr txBox="1"/>
            <p:nvPr/>
          </p:nvSpPr>
          <p:spPr>
            <a:xfrm>
              <a:off x="0" y="247837"/>
              <a:ext cx="1809115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i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Connecting Markets East &amp; West</a:t>
              </a:r>
            </a:p>
          </p:txBody>
        </p:sp>
      </p:grpSp>
      <p:sp>
        <p:nvSpPr>
          <p:cNvPr id="19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115"/>
          <p:cNvGrpSpPr/>
          <p:nvPr/>
        </p:nvGrpSpPr>
        <p:grpSpPr>
          <a:xfrm>
            <a:off x="274458" y="-412"/>
            <a:ext cx="9630942" cy="3552178"/>
            <a:chOff x="0" y="0"/>
            <a:chExt cx="9630940" cy="3552177"/>
          </a:xfrm>
        </p:grpSpPr>
        <p:sp>
          <p:nvSpPr>
            <p:cNvPr id="204" name="Freeform 62"/>
            <p:cNvSpPr/>
            <p:nvPr/>
          </p:nvSpPr>
          <p:spPr>
            <a:xfrm>
              <a:off x="5275822" y="0"/>
              <a:ext cx="4355119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825"/>
                  </a:moveTo>
                  <a:lnTo>
                    <a:pt x="5362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17" y="0"/>
                  </a:lnTo>
                  <a:lnTo>
                    <a:pt x="0" y="6825"/>
                  </a:ln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05" name="Freeform 64"/>
            <p:cNvSpPr/>
            <p:nvPr/>
          </p:nvSpPr>
          <p:spPr>
            <a:xfrm>
              <a:off x="4544290" y="1656513"/>
              <a:ext cx="1356696" cy="1895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239" y="0"/>
                  </a:moveTo>
                  <a:lnTo>
                    <a:pt x="0" y="13607"/>
                  </a:lnTo>
                  <a:lnTo>
                    <a:pt x="4817" y="21600"/>
                  </a:lnTo>
                  <a:lnTo>
                    <a:pt x="21600" y="21600"/>
                  </a:lnTo>
                  <a:lnTo>
                    <a:pt x="8239" y="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06" name="Freeform 66"/>
            <p:cNvSpPr/>
            <p:nvPr/>
          </p:nvSpPr>
          <p:spPr>
            <a:xfrm>
              <a:off x="4327728" y="0"/>
              <a:ext cx="963382" cy="1656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0"/>
                  </a:lnTo>
                  <a:lnTo>
                    <a:pt x="16459" y="21600"/>
                  </a:lnTo>
                  <a:lnTo>
                    <a:pt x="21600" y="14636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07" name="Freeform 68"/>
            <p:cNvSpPr/>
            <p:nvPr/>
          </p:nvSpPr>
          <p:spPr>
            <a:xfrm>
              <a:off x="2812752" y="1173429"/>
              <a:ext cx="1746826" cy="2378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680" y="0"/>
                  </a:moveTo>
                  <a:lnTo>
                    <a:pt x="0" y="21600"/>
                  </a:lnTo>
                  <a:lnTo>
                    <a:pt x="17839" y="21600"/>
                  </a:lnTo>
                  <a:lnTo>
                    <a:pt x="21600" y="15230"/>
                  </a:lnTo>
                  <a:lnTo>
                    <a:pt x="12680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08" name="Freeform 70"/>
            <p:cNvSpPr/>
            <p:nvPr/>
          </p:nvSpPr>
          <p:spPr>
            <a:xfrm>
              <a:off x="4780597" y="0"/>
              <a:ext cx="982491" cy="112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09" name="Freeform 72"/>
            <p:cNvSpPr/>
            <p:nvPr/>
          </p:nvSpPr>
          <p:spPr>
            <a:xfrm>
              <a:off x="4788241" y="0"/>
              <a:ext cx="982490" cy="112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8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B9B9B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10" name="Freeform 74"/>
            <p:cNvSpPr/>
            <p:nvPr/>
          </p:nvSpPr>
          <p:spPr>
            <a:xfrm>
              <a:off x="3830592" y="0"/>
              <a:ext cx="1238860" cy="2850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801" y="0"/>
                  </a:moveTo>
                  <a:lnTo>
                    <a:pt x="0" y="8891"/>
                  </a:lnTo>
                  <a:lnTo>
                    <a:pt x="12577" y="21600"/>
                  </a:lnTo>
                  <a:lnTo>
                    <a:pt x="21600" y="12552"/>
                  </a:lnTo>
                  <a:lnTo>
                    <a:pt x="8801" y="0"/>
                  </a:lnTo>
                  <a:close/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11" name="Freeform 76"/>
            <p:cNvSpPr/>
            <p:nvPr/>
          </p:nvSpPr>
          <p:spPr>
            <a:xfrm>
              <a:off x="3333456" y="0"/>
              <a:ext cx="1009560" cy="1173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12" name="Freeform 78"/>
            <p:cNvSpPr/>
            <p:nvPr/>
          </p:nvSpPr>
          <p:spPr>
            <a:xfrm>
              <a:off x="1850646" y="0"/>
              <a:ext cx="1995234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35" y="0"/>
                  </a:moveTo>
                  <a:lnTo>
                    <a:pt x="0" y="21600"/>
                  </a:lnTo>
                  <a:lnTo>
                    <a:pt x="10498" y="21600"/>
                  </a:lnTo>
                  <a:lnTo>
                    <a:pt x="21600" y="7135"/>
                  </a:lnTo>
                  <a:lnTo>
                    <a:pt x="16135" y="0"/>
                  </a:lnTo>
                  <a:close/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13" name="Freeform 80"/>
            <p:cNvSpPr/>
            <p:nvPr/>
          </p:nvSpPr>
          <p:spPr>
            <a:xfrm>
              <a:off x="0" y="0"/>
              <a:ext cx="3348744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9655" y="0"/>
                  </a:lnTo>
                  <a:lnTo>
                    <a:pt x="0" y="21600"/>
                  </a:lnTo>
                  <a:lnTo>
                    <a:pt x="1198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sp>
        <p:nvSpPr>
          <p:cNvPr id="215" name="本文レベル1…"/>
          <p:cNvSpPr txBox="1"/>
          <p:nvPr>
            <p:ph type="body" sz="quarter" idx="1" hasCustomPrompt="1"/>
          </p:nvPr>
        </p:nvSpPr>
        <p:spPr>
          <a:xfrm>
            <a:off x="266399" y="3600000"/>
            <a:ext cx="7821615" cy="860401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spcBef>
                <a:spcPts val="0"/>
              </a:spcBef>
              <a:defRPr b="1" sz="2400"/>
            </a:lvl1pPr>
            <a:lvl2pPr marL="487362" indent="-485775">
              <a:spcBef>
                <a:spcPts val="0"/>
              </a:spcBef>
              <a:defRPr b="1" sz="2400"/>
            </a:lvl2pPr>
            <a:lvl3pPr marL="566737" indent="-320675">
              <a:spcBef>
                <a:spcPts val="0"/>
              </a:spcBef>
              <a:defRPr b="1" sz="2400"/>
            </a:lvl3pPr>
            <a:lvl4pPr marL="687387" indent="-279400">
              <a:spcBef>
                <a:spcPts val="0"/>
              </a:spcBef>
              <a:defRPr b="1" sz="2400"/>
            </a:lvl4pPr>
            <a:lvl5pPr marL="914400" indent="-365125">
              <a:spcBef>
                <a:spcPts val="0"/>
              </a:spcBef>
              <a:defRPr b="1" sz="2400"/>
            </a:lvl5pPr>
          </a:lstStyle>
          <a:p>
            <a:pPr/>
            <a:r>
              <a:t>Enter your title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6" name="Enter your subtitle here"/>
          <p:cNvSpPr txBox="1"/>
          <p:nvPr>
            <p:ph type="title" hasCustomPrompt="1"/>
          </p:nvPr>
        </p:nvSpPr>
        <p:spPr>
          <a:xfrm>
            <a:off x="266399" y="4608000"/>
            <a:ext cx="7821615" cy="507601"/>
          </a:xfrm>
          <a:prstGeom prst="rect">
            <a:avLst/>
          </a:prstGeom>
        </p:spPr>
        <p:txBody>
          <a:bodyPr lIns="0" tIns="0" rIns="0" bIns="0" anchor="t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1800"/>
            </a:lvl1pPr>
          </a:lstStyle>
          <a:p>
            <a:pPr/>
            <a:r>
              <a:t>Enter your subtitle here</a:t>
            </a:r>
          </a:p>
        </p:txBody>
      </p:sp>
      <p:pic>
        <p:nvPicPr>
          <p:cNvPr id="217" name="Picture 40" descr="Picture 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55"/>
          <p:cNvGrpSpPr/>
          <p:nvPr/>
        </p:nvGrpSpPr>
        <p:grpSpPr>
          <a:xfrm>
            <a:off x="274458" y="-412"/>
            <a:ext cx="9630942" cy="3552178"/>
            <a:chOff x="0" y="0"/>
            <a:chExt cx="9630940" cy="3552177"/>
          </a:xfrm>
        </p:grpSpPr>
        <p:sp>
          <p:nvSpPr>
            <p:cNvPr id="225" name="Freeform 62"/>
            <p:cNvSpPr/>
            <p:nvPr/>
          </p:nvSpPr>
          <p:spPr>
            <a:xfrm>
              <a:off x="5275822" y="0"/>
              <a:ext cx="4355119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6825"/>
                  </a:moveTo>
                  <a:lnTo>
                    <a:pt x="5362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17" y="0"/>
                  </a:lnTo>
                  <a:lnTo>
                    <a:pt x="0" y="6825"/>
                  </a:ln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26" name="Freeform 64"/>
            <p:cNvSpPr/>
            <p:nvPr/>
          </p:nvSpPr>
          <p:spPr>
            <a:xfrm>
              <a:off x="4544290" y="1656513"/>
              <a:ext cx="1356696" cy="1895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239" y="0"/>
                  </a:moveTo>
                  <a:lnTo>
                    <a:pt x="0" y="13607"/>
                  </a:lnTo>
                  <a:lnTo>
                    <a:pt x="4817" y="21600"/>
                  </a:lnTo>
                  <a:lnTo>
                    <a:pt x="21600" y="21600"/>
                  </a:lnTo>
                  <a:lnTo>
                    <a:pt x="8239" y="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27" name="Freeform 66"/>
            <p:cNvSpPr/>
            <p:nvPr/>
          </p:nvSpPr>
          <p:spPr>
            <a:xfrm>
              <a:off x="4327728" y="0"/>
              <a:ext cx="963382" cy="1656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0"/>
                  </a:lnTo>
                  <a:lnTo>
                    <a:pt x="16459" y="21600"/>
                  </a:lnTo>
                  <a:lnTo>
                    <a:pt x="21600" y="14636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28" name="Freeform 68"/>
            <p:cNvSpPr/>
            <p:nvPr/>
          </p:nvSpPr>
          <p:spPr>
            <a:xfrm>
              <a:off x="2812752" y="1173429"/>
              <a:ext cx="1746826" cy="2378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680" y="0"/>
                  </a:moveTo>
                  <a:lnTo>
                    <a:pt x="0" y="21600"/>
                  </a:lnTo>
                  <a:lnTo>
                    <a:pt x="17839" y="21600"/>
                  </a:lnTo>
                  <a:lnTo>
                    <a:pt x="21600" y="15230"/>
                  </a:lnTo>
                  <a:lnTo>
                    <a:pt x="12680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29" name="Freeform 70"/>
            <p:cNvSpPr/>
            <p:nvPr/>
          </p:nvSpPr>
          <p:spPr>
            <a:xfrm>
              <a:off x="4780597" y="0"/>
              <a:ext cx="982491" cy="112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30" name="Freeform 72"/>
            <p:cNvSpPr/>
            <p:nvPr/>
          </p:nvSpPr>
          <p:spPr>
            <a:xfrm>
              <a:off x="4788241" y="0"/>
              <a:ext cx="982490" cy="112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8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B9B9B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31" name="Freeform 74"/>
            <p:cNvSpPr/>
            <p:nvPr/>
          </p:nvSpPr>
          <p:spPr>
            <a:xfrm>
              <a:off x="3830592" y="0"/>
              <a:ext cx="1238860" cy="2850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801" y="0"/>
                  </a:moveTo>
                  <a:lnTo>
                    <a:pt x="0" y="8891"/>
                  </a:lnTo>
                  <a:lnTo>
                    <a:pt x="12577" y="21600"/>
                  </a:lnTo>
                  <a:lnTo>
                    <a:pt x="21600" y="12552"/>
                  </a:lnTo>
                  <a:lnTo>
                    <a:pt x="8801" y="0"/>
                  </a:lnTo>
                  <a:close/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32" name="Freeform 76"/>
            <p:cNvSpPr/>
            <p:nvPr/>
          </p:nvSpPr>
          <p:spPr>
            <a:xfrm>
              <a:off x="3333456" y="0"/>
              <a:ext cx="1009560" cy="1173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33" name="Freeform 78"/>
            <p:cNvSpPr/>
            <p:nvPr/>
          </p:nvSpPr>
          <p:spPr>
            <a:xfrm>
              <a:off x="1850646" y="0"/>
              <a:ext cx="1995234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135" y="0"/>
                  </a:moveTo>
                  <a:lnTo>
                    <a:pt x="0" y="21600"/>
                  </a:lnTo>
                  <a:lnTo>
                    <a:pt x="10498" y="21600"/>
                  </a:lnTo>
                  <a:lnTo>
                    <a:pt x="21600" y="7135"/>
                  </a:lnTo>
                  <a:lnTo>
                    <a:pt x="16135" y="0"/>
                  </a:lnTo>
                  <a:close/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  <p:sp>
          <p:nvSpPr>
            <p:cNvPr id="234" name="Freeform 80"/>
            <p:cNvSpPr/>
            <p:nvPr/>
          </p:nvSpPr>
          <p:spPr>
            <a:xfrm>
              <a:off x="0" y="0"/>
              <a:ext cx="3348744" cy="35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9655" y="0"/>
                  </a:lnTo>
                  <a:lnTo>
                    <a:pt x="0" y="21600"/>
                  </a:lnTo>
                  <a:lnTo>
                    <a:pt x="1198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ECECE"/>
            </a:solidFill>
            <a:ln w="12700" cap="flat">
              <a:noFill/>
              <a:miter lim="400000"/>
            </a:ln>
            <a:effectLst/>
          </p:spPr>
          <p:txBody>
            <a:bodyPr wrap="square" lIns="36000" tIns="36000" rIns="36000" bIns="36000" numCol="1" anchor="t">
              <a:noAutofit/>
            </a:bodyPr>
            <a:lstStyle/>
            <a:p>
              <a:pPr/>
            </a:p>
          </p:txBody>
        </p:sp>
      </p:grpSp>
      <p:sp>
        <p:nvSpPr>
          <p:cNvPr id="236" name="本文レベル1…"/>
          <p:cNvSpPr txBox="1"/>
          <p:nvPr>
            <p:ph type="body" sz="quarter" idx="1" hasCustomPrompt="1"/>
          </p:nvPr>
        </p:nvSpPr>
        <p:spPr>
          <a:xfrm>
            <a:off x="266399" y="3600000"/>
            <a:ext cx="7821615" cy="860401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spcBef>
                <a:spcPts val="0"/>
              </a:spcBef>
              <a:defRPr b="1" sz="2400"/>
            </a:lvl1pPr>
            <a:lvl2pPr marL="487362" indent="-485775">
              <a:spcBef>
                <a:spcPts val="0"/>
              </a:spcBef>
              <a:defRPr b="1" sz="2400"/>
            </a:lvl2pPr>
            <a:lvl3pPr marL="566737" indent="-320675">
              <a:spcBef>
                <a:spcPts val="0"/>
              </a:spcBef>
              <a:defRPr b="1" sz="2400"/>
            </a:lvl3pPr>
            <a:lvl4pPr marL="687387" indent="-279400">
              <a:spcBef>
                <a:spcPts val="0"/>
              </a:spcBef>
              <a:defRPr b="1" sz="2400"/>
            </a:lvl4pPr>
            <a:lvl5pPr marL="914400" indent="-365125">
              <a:spcBef>
                <a:spcPts val="0"/>
              </a:spcBef>
              <a:defRPr b="1" sz="2400"/>
            </a:lvl5pPr>
          </a:lstStyle>
          <a:p>
            <a:pPr/>
            <a:r>
              <a:t>Enter your title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7" name="Enter your subtitle here"/>
          <p:cNvSpPr txBox="1"/>
          <p:nvPr>
            <p:ph type="title" hasCustomPrompt="1"/>
          </p:nvPr>
        </p:nvSpPr>
        <p:spPr>
          <a:xfrm>
            <a:off x="266399" y="4608000"/>
            <a:ext cx="7821615" cy="507601"/>
          </a:xfrm>
          <a:prstGeom prst="rect">
            <a:avLst/>
          </a:prstGeom>
        </p:spPr>
        <p:txBody>
          <a:bodyPr lIns="0" tIns="0" rIns="0" bIns="0" anchor="t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1800"/>
            </a:lvl1pPr>
          </a:lstStyle>
          <a:p>
            <a:pPr/>
            <a:r>
              <a:t>Enter your subtitle here</a:t>
            </a:r>
          </a:p>
        </p:txBody>
      </p:sp>
      <p:pic>
        <p:nvPicPr>
          <p:cNvPr id="238" name="Picture 56" descr="Picture 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254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56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57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58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59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0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1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2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3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4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5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66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7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26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27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78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79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0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1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2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3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4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5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6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7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288" name="本文レベル1…"/>
          <p:cNvSpPr txBox="1"/>
          <p:nvPr>
            <p:ph type="body" idx="1" hasCustomPrompt="1"/>
          </p:nvPr>
        </p:nvSpPr>
        <p:spPr>
          <a:xfrm>
            <a:off x="266399" y="1900799"/>
            <a:ext cx="9360001" cy="45381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</a:lvl2pPr>
            <a:lvl3pPr marL="357188" indent="-177800" defTabSz="815779">
              <a:lnSpc>
                <a:spcPct val="120000"/>
              </a:lnSpc>
              <a:spcBef>
                <a:spcPts val="200"/>
              </a:spcBef>
              <a:buSzPts val="1200"/>
              <a:buChar char="–"/>
            </a:lvl3pPr>
            <a:lvl4pPr marL="536575" indent="-179387" defTabSz="815779">
              <a:lnSpc>
                <a:spcPct val="120000"/>
              </a:lnSpc>
              <a:spcBef>
                <a:spcPts val="200"/>
              </a:spcBef>
              <a:buSzPts val="12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buSzPts val="12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9" name="Text Placeholder 2"/>
          <p:cNvSpPr/>
          <p:nvPr>
            <p:ph type="body" sz="quarter" idx="21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290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291" name="Subheader Placeholder"/>
          <p:cNvSpPr/>
          <p:nvPr>
            <p:ph type="body" sz="quarter" idx="22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292" name="Text Placeholder 11"/>
          <p:cNvSpPr/>
          <p:nvPr>
            <p:ph type="body" sz="quarter" idx="23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29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301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3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4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5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6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7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8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09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10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11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12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13" name="本文レベル1…"/>
          <p:cNvSpPr txBox="1"/>
          <p:nvPr>
            <p:ph type="body" sz="half" idx="1" hasCustomPrompt="1"/>
          </p:nvPr>
        </p:nvSpPr>
        <p:spPr>
          <a:xfrm>
            <a:off x="266399" y="1900801"/>
            <a:ext cx="4608002" cy="45381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4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315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316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317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18" name="Text Placeholder 2"/>
          <p:cNvSpPr/>
          <p:nvPr>
            <p:ph type="body" sz="quarter" idx="24" hasCustomPrompt="1"/>
          </p:nvPr>
        </p:nvSpPr>
        <p:spPr>
          <a:xfrm>
            <a:off x="5022024" y="1684067"/>
            <a:ext cx="4608160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327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29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0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1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2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3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4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5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6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7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8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39" name="本文レベル1…"/>
          <p:cNvSpPr txBox="1"/>
          <p:nvPr>
            <p:ph type="body" sz="half" idx="1" hasCustomPrompt="1"/>
          </p:nvPr>
        </p:nvSpPr>
        <p:spPr>
          <a:xfrm>
            <a:off x="266399" y="1900800"/>
            <a:ext cx="9360001" cy="2125930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0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341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342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343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44" name="Text Placeholder 2"/>
          <p:cNvSpPr/>
          <p:nvPr>
            <p:ph type="body" sz="quarter" idx="24" hasCustomPrompt="1"/>
          </p:nvPr>
        </p:nvSpPr>
        <p:spPr>
          <a:xfrm>
            <a:off x="266399" y="4091964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353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55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56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57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58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59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0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1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2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3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4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65" name="本文レベル1…"/>
          <p:cNvSpPr txBox="1"/>
          <p:nvPr>
            <p:ph type="body" sz="quarter" idx="1" hasCustomPrompt="1"/>
          </p:nvPr>
        </p:nvSpPr>
        <p:spPr>
          <a:xfrm>
            <a:off x="266399" y="3511115"/>
            <a:ext cx="9360001" cy="1332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6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367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368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369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70" name="Text Placeholder 2"/>
          <p:cNvSpPr/>
          <p:nvPr>
            <p:ph type="body" sz="quarter" idx="24" hasCustomPrompt="1"/>
          </p:nvPr>
        </p:nvSpPr>
        <p:spPr>
          <a:xfrm>
            <a:off x="266399" y="3296435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71" name="Text Placeholder 2"/>
          <p:cNvSpPr/>
          <p:nvPr>
            <p:ph type="body" sz="quarter" idx="25" hasCustomPrompt="1"/>
          </p:nvPr>
        </p:nvSpPr>
        <p:spPr>
          <a:xfrm>
            <a:off x="266399" y="490082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7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380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2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3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4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5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6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7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8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89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90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91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392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393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0401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4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395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96" name="Text Placeholder 2"/>
          <p:cNvSpPr/>
          <p:nvPr>
            <p:ph type="body" sz="quarter" idx="23" hasCustomPrompt="1"/>
          </p:nvPr>
        </p:nvSpPr>
        <p:spPr>
          <a:xfrm>
            <a:off x="266399" y="3296435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97" name="Text Placeholder 2"/>
          <p:cNvSpPr/>
          <p:nvPr>
            <p:ph type="body" sz="quarter" idx="24" hasCustomPrompt="1"/>
          </p:nvPr>
        </p:nvSpPr>
        <p:spPr>
          <a:xfrm>
            <a:off x="266399" y="4897780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98" name="Text Placeholder 2"/>
          <p:cNvSpPr/>
          <p:nvPr>
            <p:ph type="body" sz="quarter" idx="25" hasCustomPrompt="1"/>
          </p:nvPr>
        </p:nvSpPr>
        <p:spPr>
          <a:xfrm>
            <a:off x="5026176" y="1684067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399" name="Text Placeholder 2"/>
          <p:cNvSpPr/>
          <p:nvPr>
            <p:ph type="body" sz="quarter" idx="26" hasCustomPrompt="1"/>
          </p:nvPr>
        </p:nvSpPr>
        <p:spPr>
          <a:xfrm>
            <a:off x="5026176" y="3296435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00" name="Text Placeholder 2"/>
          <p:cNvSpPr/>
          <p:nvPr>
            <p:ph type="body" sz="quarter" idx="27" hasCustomPrompt="1"/>
          </p:nvPr>
        </p:nvSpPr>
        <p:spPr>
          <a:xfrm>
            <a:off x="5026176" y="4897780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40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1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2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3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4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5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6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7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8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19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20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21" name="本文レベル1…"/>
          <p:cNvSpPr txBox="1"/>
          <p:nvPr>
            <p:ph type="body" sz="half" idx="1" hasCustomPrompt="1"/>
          </p:nvPr>
        </p:nvSpPr>
        <p:spPr>
          <a:xfrm>
            <a:off x="266399" y="1900799"/>
            <a:ext cx="3024001" cy="45381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22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423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424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425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26" name="Text Placeholder 2"/>
          <p:cNvSpPr/>
          <p:nvPr>
            <p:ph type="body" sz="quarter" idx="24" hasCustomPrompt="1"/>
          </p:nvPr>
        </p:nvSpPr>
        <p:spPr>
          <a:xfrm>
            <a:off x="3440855" y="1684067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27" name="Text Placeholder 2"/>
          <p:cNvSpPr/>
          <p:nvPr>
            <p:ph type="body" sz="quarter" idx="25" hasCustomPrompt="1"/>
          </p:nvPr>
        </p:nvSpPr>
        <p:spPr>
          <a:xfrm>
            <a:off x="6605440" y="1684067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43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38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39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0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1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2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3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4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5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6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7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48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449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0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451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2" name="Text Placeholder 2"/>
          <p:cNvSpPr/>
          <p:nvPr>
            <p:ph type="body" sz="quarter" idx="23" hasCustomPrompt="1"/>
          </p:nvPr>
        </p:nvSpPr>
        <p:spPr>
          <a:xfrm>
            <a:off x="3440855" y="168406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3" name="Text Placeholder 2"/>
          <p:cNvSpPr/>
          <p:nvPr>
            <p:ph type="body" sz="quarter" idx="24" hasCustomPrompt="1"/>
          </p:nvPr>
        </p:nvSpPr>
        <p:spPr>
          <a:xfrm>
            <a:off x="6605440" y="168406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4" name="Text Placeholder 2"/>
          <p:cNvSpPr/>
          <p:nvPr>
            <p:ph type="body" sz="quarter" idx="25" hasCustomPrompt="1"/>
          </p:nvPr>
        </p:nvSpPr>
        <p:spPr>
          <a:xfrm>
            <a:off x="266399" y="411634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5" name="Text Placeholder 2"/>
          <p:cNvSpPr/>
          <p:nvPr>
            <p:ph type="body" sz="quarter" idx="26" hasCustomPrompt="1"/>
          </p:nvPr>
        </p:nvSpPr>
        <p:spPr>
          <a:xfrm>
            <a:off x="3440855" y="411634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6" name="Text Placeholder 2"/>
          <p:cNvSpPr/>
          <p:nvPr>
            <p:ph type="body" sz="quarter" idx="27" hasCustomPrompt="1"/>
          </p:nvPr>
        </p:nvSpPr>
        <p:spPr>
          <a:xfrm>
            <a:off x="6605440" y="4116347"/>
            <a:ext cx="302416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5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465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67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68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69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0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1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2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3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4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5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6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77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478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79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480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81" name="Text Placeholder 2"/>
          <p:cNvSpPr/>
          <p:nvPr>
            <p:ph type="body" sz="quarter" idx="23" hasCustomPrompt="1"/>
          </p:nvPr>
        </p:nvSpPr>
        <p:spPr>
          <a:xfrm>
            <a:off x="5017087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82" name="Text Placeholder 2"/>
          <p:cNvSpPr/>
          <p:nvPr>
            <p:ph type="body" sz="quarter" idx="24" hasCustomPrompt="1"/>
          </p:nvPr>
        </p:nvSpPr>
        <p:spPr>
          <a:xfrm>
            <a:off x="266399" y="4111214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83" name="Text Placeholder 2"/>
          <p:cNvSpPr/>
          <p:nvPr>
            <p:ph type="body" sz="quarter" idx="25" hasCustomPrompt="1"/>
          </p:nvPr>
        </p:nvSpPr>
        <p:spPr>
          <a:xfrm>
            <a:off x="5017087" y="4111214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4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492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4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5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6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7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8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499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00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01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02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03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04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505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06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507" name="Text Placeholder 2"/>
          <p:cNvSpPr/>
          <p:nvPr>
            <p:ph type="body" sz="quarter" idx="22" hasCustomPrompt="1"/>
          </p:nvPr>
        </p:nvSpPr>
        <p:spPr>
          <a:xfrm>
            <a:off x="266400" y="1684067"/>
            <a:ext cx="6192000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08" name="Text Placeholder 2"/>
          <p:cNvSpPr/>
          <p:nvPr>
            <p:ph type="body" sz="quarter" idx="23" hasCustomPrompt="1"/>
          </p:nvPr>
        </p:nvSpPr>
        <p:spPr>
          <a:xfrm>
            <a:off x="6609184" y="1684067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0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517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19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0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1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2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3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4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5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6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7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8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29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530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1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532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33" name="Text Placeholder 2"/>
          <p:cNvSpPr/>
          <p:nvPr>
            <p:ph type="body" sz="quarter" idx="23" hasCustomPrompt="1"/>
          </p:nvPr>
        </p:nvSpPr>
        <p:spPr>
          <a:xfrm>
            <a:off x="3440831" y="1684067"/>
            <a:ext cx="619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3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542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4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5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6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7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8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49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50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51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52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53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54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555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56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557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58" name="Text Placeholder 2"/>
          <p:cNvSpPr/>
          <p:nvPr>
            <p:ph type="body" sz="quarter" idx="23" hasCustomPrompt="1"/>
          </p:nvPr>
        </p:nvSpPr>
        <p:spPr>
          <a:xfrm>
            <a:off x="3440831" y="1684067"/>
            <a:ext cx="619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59" name="Text Placeholder 2"/>
          <p:cNvSpPr/>
          <p:nvPr>
            <p:ph type="body" sz="quarter" idx="24" hasCustomPrompt="1"/>
          </p:nvPr>
        </p:nvSpPr>
        <p:spPr>
          <a:xfrm>
            <a:off x="266399" y="4117492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60" name="Text Placeholder 2"/>
          <p:cNvSpPr/>
          <p:nvPr>
            <p:ph type="body" sz="quarter" idx="25" hasCustomPrompt="1"/>
          </p:nvPr>
        </p:nvSpPr>
        <p:spPr>
          <a:xfrm>
            <a:off x="3440831" y="4117492"/>
            <a:ext cx="619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6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56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1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2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3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4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5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6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7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8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79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80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81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582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83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584" name="Text Placeholder 2"/>
          <p:cNvSpPr/>
          <p:nvPr>
            <p:ph type="body" sz="quarter" idx="22" hasCustomPrompt="1"/>
          </p:nvPr>
        </p:nvSpPr>
        <p:spPr>
          <a:xfrm>
            <a:off x="266400" y="1684067"/>
            <a:ext cx="6192000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85" name="Text Placeholder 2"/>
          <p:cNvSpPr/>
          <p:nvPr>
            <p:ph type="body" sz="quarter" idx="23" hasCustomPrompt="1"/>
          </p:nvPr>
        </p:nvSpPr>
        <p:spPr>
          <a:xfrm>
            <a:off x="6609184" y="1684067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86" name="Text Placeholder 2"/>
          <p:cNvSpPr/>
          <p:nvPr>
            <p:ph type="body" sz="quarter" idx="24" hasCustomPrompt="1"/>
          </p:nvPr>
        </p:nvSpPr>
        <p:spPr>
          <a:xfrm>
            <a:off x="266400" y="4112497"/>
            <a:ext cx="6192000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87" name="Text Placeholder 2"/>
          <p:cNvSpPr/>
          <p:nvPr>
            <p:ph type="body" sz="quarter" idx="25" hasCustomPrompt="1"/>
          </p:nvPr>
        </p:nvSpPr>
        <p:spPr>
          <a:xfrm>
            <a:off x="6609184" y="4112497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58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59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597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98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99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0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1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2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3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4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5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6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7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08" name="本文レベル1…"/>
          <p:cNvSpPr txBox="1"/>
          <p:nvPr>
            <p:ph type="body" sz="quarter" idx="1" hasCustomPrompt="1"/>
          </p:nvPr>
        </p:nvSpPr>
        <p:spPr>
          <a:xfrm>
            <a:off x="266399" y="1900799"/>
            <a:ext cx="2232001" cy="45381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9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610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611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612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13" name="Text Placeholder 2"/>
          <p:cNvSpPr/>
          <p:nvPr>
            <p:ph type="body" sz="quarter" idx="24" hasCustomPrompt="1"/>
          </p:nvPr>
        </p:nvSpPr>
        <p:spPr>
          <a:xfrm>
            <a:off x="2641512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14" name="Text Placeholder 2"/>
          <p:cNvSpPr/>
          <p:nvPr>
            <p:ph type="body" sz="quarter" idx="25" hasCustomPrompt="1"/>
          </p:nvPr>
        </p:nvSpPr>
        <p:spPr>
          <a:xfrm>
            <a:off x="5025599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15" name="Text Placeholder 2"/>
          <p:cNvSpPr/>
          <p:nvPr>
            <p:ph type="body" sz="quarter" idx="26" hasCustomPrompt="1"/>
          </p:nvPr>
        </p:nvSpPr>
        <p:spPr>
          <a:xfrm>
            <a:off x="7401600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1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624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625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26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27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28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29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0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1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2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3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4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5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36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637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8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639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0" name="Text Placeholder 2"/>
          <p:cNvSpPr/>
          <p:nvPr>
            <p:ph type="body" sz="quarter" idx="23" hasCustomPrompt="1"/>
          </p:nvPr>
        </p:nvSpPr>
        <p:spPr>
          <a:xfrm>
            <a:off x="2641512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1" name="Text Placeholder 2"/>
          <p:cNvSpPr/>
          <p:nvPr>
            <p:ph type="body" sz="quarter" idx="24" hasCustomPrompt="1"/>
          </p:nvPr>
        </p:nvSpPr>
        <p:spPr>
          <a:xfrm>
            <a:off x="5025599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2" name="Text Placeholder 2"/>
          <p:cNvSpPr/>
          <p:nvPr>
            <p:ph type="body" sz="quarter" idx="25" hasCustomPrompt="1"/>
          </p:nvPr>
        </p:nvSpPr>
        <p:spPr>
          <a:xfrm>
            <a:off x="7401600" y="1684067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3" name="Text Placeholder 2"/>
          <p:cNvSpPr/>
          <p:nvPr>
            <p:ph type="body" sz="quarter" idx="26" hasCustomPrompt="1"/>
          </p:nvPr>
        </p:nvSpPr>
        <p:spPr>
          <a:xfrm>
            <a:off x="266399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4" name="Text Placeholder 2"/>
          <p:cNvSpPr/>
          <p:nvPr>
            <p:ph type="body" sz="quarter" idx="27" hasCustomPrompt="1"/>
          </p:nvPr>
        </p:nvSpPr>
        <p:spPr>
          <a:xfrm>
            <a:off x="2641512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5" name="Text Placeholder 2"/>
          <p:cNvSpPr/>
          <p:nvPr>
            <p:ph type="body" sz="quarter" idx="28" hasCustomPrompt="1"/>
          </p:nvPr>
        </p:nvSpPr>
        <p:spPr>
          <a:xfrm>
            <a:off x="5025599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6" name="Text Placeholder 2"/>
          <p:cNvSpPr/>
          <p:nvPr>
            <p:ph type="body" sz="quarter" idx="29" hasCustomPrompt="1"/>
          </p:nvPr>
        </p:nvSpPr>
        <p:spPr>
          <a:xfrm>
            <a:off x="7401600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655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656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57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58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59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0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1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2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3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4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5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6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67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668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69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670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71" name="Text Placeholder 2"/>
          <p:cNvSpPr/>
          <p:nvPr>
            <p:ph type="body" sz="quarter" idx="23" hasCustomPrompt="1"/>
          </p:nvPr>
        </p:nvSpPr>
        <p:spPr>
          <a:xfrm>
            <a:off x="5025599" y="1684067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72" name="Text Placeholder 2"/>
          <p:cNvSpPr/>
          <p:nvPr>
            <p:ph type="body" sz="quarter" idx="24" hasCustomPrompt="1"/>
          </p:nvPr>
        </p:nvSpPr>
        <p:spPr>
          <a:xfrm>
            <a:off x="5025599" y="4091964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7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681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682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3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4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5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6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7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8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89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90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91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92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93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694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95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696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97" name="Text Placeholder 2"/>
          <p:cNvSpPr/>
          <p:nvPr>
            <p:ph type="body" sz="quarter" idx="23" hasCustomPrompt="1"/>
          </p:nvPr>
        </p:nvSpPr>
        <p:spPr>
          <a:xfrm>
            <a:off x="5017087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98" name="Text Placeholder 2"/>
          <p:cNvSpPr/>
          <p:nvPr>
            <p:ph type="body" sz="quarter" idx="24" hasCustomPrompt="1"/>
          </p:nvPr>
        </p:nvSpPr>
        <p:spPr>
          <a:xfrm>
            <a:off x="266399" y="409310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69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707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708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09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0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1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2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3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4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5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6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7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8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19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720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1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722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23" name="Text Placeholder 2"/>
          <p:cNvSpPr/>
          <p:nvPr>
            <p:ph type="body" sz="quarter" idx="23" hasCustomPrompt="1"/>
          </p:nvPr>
        </p:nvSpPr>
        <p:spPr>
          <a:xfrm>
            <a:off x="266399" y="4091964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24" name="Text Placeholder 2"/>
          <p:cNvSpPr/>
          <p:nvPr>
            <p:ph type="body" sz="quarter" idx="24" hasCustomPrompt="1"/>
          </p:nvPr>
        </p:nvSpPr>
        <p:spPr>
          <a:xfrm>
            <a:off x="5017087" y="4091964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733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734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35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36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37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38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39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0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1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2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3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4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45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746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7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748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49" name="Text Placeholder 2"/>
          <p:cNvSpPr/>
          <p:nvPr>
            <p:ph type="body" sz="quarter" idx="23" hasCustomPrompt="1"/>
          </p:nvPr>
        </p:nvSpPr>
        <p:spPr>
          <a:xfrm>
            <a:off x="266399" y="4104156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50" name="Text Placeholder 2"/>
          <p:cNvSpPr/>
          <p:nvPr>
            <p:ph type="body" sz="quarter" idx="24" hasCustomPrompt="1"/>
          </p:nvPr>
        </p:nvSpPr>
        <p:spPr>
          <a:xfrm>
            <a:off x="5024311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5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75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760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1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2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3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4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5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6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7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8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69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70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71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772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73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774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75" name="Text Placeholder 2"/>
          <p:cNvSpPr/>
          <p:nvPr>
            <p:ph type="body" sz="quarter" idx="23" hasCustomPrompt="1"/>
          </p:nvPr>
        </p:nvSpPr>
        <p:spPr>
          <a:xfrm>
            <a:off x="266399" y="4104156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76" name="Text Placeholder 2"/>
          <p:cNvSpPr/>
          <p:nvPr>
            <p:ph type="body" sz="quarter" idx="24" hasCustomPrompt="1"/>
          </p:nvPr>
        </p:nvSpPr>
        <p:spPr>
          <a:xfrm>
            <a:off x="3441600" y="4104156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77" name="Text Placeholder 2"/>
          <p:cNvSpPr/>
          <p:nvPr>
            <p:ph type="body" sz="quarter" idx="25" hasCustomPrompt="1"/>
          </p:nvPr>
        </p:nvSpPr>
        <p:spPr>
          <a:xfrm>
            <a:off x="6610047" y="4104156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77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78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787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88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89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0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1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2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3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4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5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6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7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98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799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00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801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02" name="Text Placeholder 2"/>
          <p:cNvSpPr/>
          <p:nvPr>
            <p:ph type="body" sz="quarter" idx="23" hasCustomPrompt="1"/>
          </p:nvPr>
        </p:nvSpPr>
        <p:spPr>
          <a:xfrm>
            <a:off x="266399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03" name="Text Placeholder 2"/>
          <p:cNvSpPr/>
          <p:nvPr>
            <p:ph type="body" sz="quarter" idx="24" hasCustomPrompt="1"/>
          </p:nvPr>
        </p:nvSpPr>
        <p:spPr>
          <a:xfrm>
            <a:off x="2649600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04" name="Text Placeholder 2"/>
          <p:cNvSpPr/>
          <p:nvPr>
            <p:ph type="body" sz="quarter" idx="25" hasCustomPrompt="1"/>
          </p:nvPr>
        </p:nvSpPr>
        <p:spPr>
          <a:xfrm>
            <a:off x="5023911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05" name="Text Placeholder 2"/>
          <p:cNvSpPr/>
          <p:nvPr>
            <p:ph type="body" sz="quarter" idx="26" hasCustomPrompt="1"/>
          </p:nvPr>
        </p:nvSpPr>
        <p:spPr>
          <a:xfrm>
            <a:off x="7401600" y="4104156"/>
            <a:ext cx="2232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0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814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815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16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17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18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19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0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1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2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3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4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5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26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827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8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829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30" name="Text Placeholder 2"/>
          <p:cNvSpPr/>
          <p:nvPr>
            <p:ph type="body" sz="quarter" idx="23" hasCustomPrompt="1"/>
          </p:nvPr>
        </p:nvSpPr>
        <p:spPr>
          <a:xfrm>
            <a:off x="5020295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31" name="Text Placeholder 2"/>
          <p:cNvSpPr/>
          <p:nvPr>
            <p:ph type="body" sz="quarter" idx="24" hasCustomPrompt="1"/>
          </p:nvPr>
        </p:nvSpPr>
        <p:spPr>
          <a:xfrm>
            <a:off x="5020295" y="3340251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32" name="Text Placeholder 2"/>
          <p:cNvSpPr/>
          <p:nvPr>
            <p:ph type="body" sz="quarter" idx="25" hasCustomPrompt="1"/>
          </p:nvPr>
        </p:nvSpPr>
        <p:spPr>
          <a:xfrm>
            <a:off x="5020295" y="4996436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3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841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842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3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4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5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6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7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8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49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50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51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52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53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854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55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856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57" name="Text Placeholder 2"/>
          <p:cNvSpPr/>
          <p:nvPr>
            <p:ph type="body" sz="quarter" idx="23" hasCustomPrompt="1"/>
          </p:nvPr>
        </p:nvSpPr>
        <p:spPr>
          <a:xfrm>
            <a:off x="266399" y="3340251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58" name="Text Placeholder 2"/>
          <p:cNvSpPr/>
          <p:nvPr>
            <p:ph type="body" sz="quarter" idx="24" hasCustomPrompt="1"/>
          </p:nvPr>
        </p:nvSpPr>
        <p:spPr>
          <a:xfrm>
            <a:off x="266399" y="4996436"/>
            <a:ext cx="4608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59" name="Text Placeholder 2"/>
          <p:cNvSpPr/>
          <p:nvPr>
            <p:ph type="body" sz="quarter" idx="25" hasCustomPrompt="1"/>
          </p:nvPr>
        </p:nvSpPr>
        <p:spPr>
          <a:xfrm>
            <a:off x="5025008" y="1684067"/>
            <a:ext cx="4608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6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868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869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0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1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2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3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4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5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6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7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8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79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80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881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82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883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84" name="Text Placeholder 2"/>
          <p:cNvSpPr/>
          <p:nvPr>
            <p:ph type="body" sz="quarter" idx="23" hasCustomPrompt="1"/>
          </p:nvPr>
        </p:nvSpPr>
        <p:spPr>
          <a:xfrm>
            <a:off x="266400" y="4116347"/>
            <a:ext cx="3023057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85" name="Text Placeholder 2"/>
          <p:cNvSpPr/>
          <p:nvPr>
            <p:ph type="body" sz="quarter" idx="24" hasCustomPrompt="1"/>
          </p:nvPr>
        </p:nvSpPr>
        <p:spPr>
          <a:xfrm>
            <a:off x="3440855" y="4116347"/>
            <a:ext cx="3023058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86" name="Text Placeholder 2"/>
          <p:cNvSpPr/>
          <p:nvPr>
            <p:ph type="body" sz="quarter" idx="25" hasCustomPrompt="1"/>
          </p:nvPr>
        </p:nvSpPr>
        <p:spPr>
          <a:xfrm>
            <a:off x="6609599" y="4116347"/>
            <a:ext cx="3023058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88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895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896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97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98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99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0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1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2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3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4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5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6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07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908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9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910" name="Text Placeholder 2"/>
          <p:cNvSpPr/>
          <p:nvPr>
            <p:ph type="body" sz="quarter" idx="22" hasCustomPrompt="1"/>
          </p:nvPr>
        </p:nvSpPr>
        <p:spPr>
          <a:xfrm>
            <a:off x="266399" y="1684800"/>
            <a:ext cx="3024002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11" name="Text Placeholder 2"/>
          <p:cNvSpPr/>
          <p:nvPr>
            <p:ph type="body" sz="quarter" idx="23" hasCustomPrompt="1"/>
          </p:nvPr>
        </p:nvSpPr>
        <p:spPr>
          <a:xfrm>
            <a:off x="3440855" y="1684800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12" name="Text Placeholder 2"/>
          <p:cNvSpPr/>
          <p:nvPr>
            <p:ph type="body" sz="quarter" idx="24" hasCustomPrompt="1"/>
          </p:nvPr>
        </p:nvSpPr>
        <p:spPr>
          <a:xfrm>
            <a:off x="6609599" y="1684800"/>
            <a:ext cx="3024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13" name="Text Placeholder 2"/>
          <p:cNvSpPr/>
          <p:nvPr>
            <p:ph type="body" sz="quarter" idx="25" hasCustomPrompt="1"/>
          </p:nvPr>
        </p:nvSpPr>
        <p:spPr>
          <a:xfrm>
            <a:off x="266399" y="4134822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922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923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4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5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6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7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8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29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30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31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32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33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34" name="本文レベル1…"/>
          <p:cNvSpPr txBox="1"/>
          <p:nvPr>
            <p:ph type="body" sz="quarter" idx="1" hasCustomPrompt="1"/>
          </p:nvPr>
        </p:nvSpPr>
        <p:spPr>
          <a:xfrm>
            <a:off x="266399" y="4624482"/>
            <a:ext cx="4608002" cy="1814418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200"/>
              </a:spcBef>
              <a:defRPr sz="1000"/>
            </a:lvl1pPr>
            <a:lvl2pPr marL="179387" indent="-177800" defTabSz="815779">
              <a:lnSpc>
                <a:spcPct val="120000"/>
              </a:lnSpc>
              <a:spcBef>
                <a:spcPts val="200"/>
              </a:spcBef>
              <a:defRPr sz="1000"/>
            </a:lvl2pPr>
            <a:lvl3pPr marL="355600" indent="-176212" defTabSz="815779">
              <a:lnSpc>
                <a:spcPct val="120000"/>
              </a:lnSpc>
              <a:spcBef>
                <a:spcPts val="200"/>
              </a:spcBef>
              <a:defRPr sz="1000"/>
            </a:lvl3pPr>
            <a:lvl4pPr indent="-190500" defTabSz="815779">
              <a:lnSpc>
                <a:spcPct val="120000"/>
              </a:lnSpc>
              <a:spcBef>
                <a:spcPts val="200"/>
              </a:spcBef>
              <a:defRPr sz="1000"/>
            </a:lvl4pPr>
            <a:lvl5pPr marL="715962" indent="-166687" defTabSz="815779">
              <a:lnSpc>
                <a:spcPct val="120000"/>
              </a:lnSpc>
              <a:spcBef>
                <a:spcPts val="200"/>
              </a:spcBef>
              <a:defRPr sz="1000"/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35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936" name="Subheader Placeholder"/>
          <p:cNvSpPr/>
          <p:nvPr>
            <p:ph type="body" sz="quarter" idx="2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</a:lstStyle>
          <a:p>
            <a:pPr/>
            <a:r>
              <a:t>Source / Disclaimer / Annotations: </a:t>
            </a:r>
          </a:p>
        </p:txBody>
      </p:sp>
      <p:sp>
        <p:nvSpPr>
          <p:cNvPr id="937" name="Text Placeholder 11"/>
          <p:cNvSpPr/>
          <p:nvPr>
            <p:ph type="body" sz="quarter" idx="22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938" name="Text Placeholder 2"/>
          <p:cNvSpPr/>
          <p:nvPr>
            <p:ph type="body" sz="quarter" idx="23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39" name="Text Placeholder 2"/>
          <p:cNvSpPr/>
          <p:nvPr>
            <p:ph type="body" sz="quarter" idx="24" hasCustomPrompt="1"/>
          </p:nvPr>
        </p:nvSpPr>
        <p:spPr>
          <a:xfrm>
            <a:off x="266399" y="4091964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40" name="Text Placeholder 2"/>
          <p:cNvSpPr/>
          <p:nvPr>
            <p:ph type="body" sz="quarter" idx="25" hasCustomPrompt="1"/>
          </p:nvPr>
        </p:nvSpPr>
        <p:spPr>
          <a:xfrm>
            <a:off x="266399" y="1988864"/>
            <a:ext cx="4608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41" name="Text Placeholder 2"/>
          <p:cNvSpPr/>
          <p:nvPr>
            <p:ph type="body" sz="quarter" idx="26" hasCustomPrompt="1"/>
          </p:nvPr>
        </p:nvSpPr>
        <p:spPr>
          <a:xfrm>
            <a:off x="5018399" y="1988864"/>
            <a:ext cx="4608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42" name="Text Placeholder 2"/>
          <p:cNvSpPr/>
          <p:nvPr>
            <p:ph type="body" sz="quarter" idx="27" hasCustomPrompt="1"/>
          </p:nvPr>
        </p:nvSpPr>
        <p:spPr>
          <a:xfrm>
            <a:off x="266399" y="4406522"/>
            <a:ext cx="4608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43" name="Text Placeholder 2"/>
          <p:cNvSpPr/>
          <p:nvPr>
            <p:ph type="body" sz="quarter" idx="28" hasCustomPrompt="1"/>
          </p:nvPr>
        </p:nvSpPr>
        <p:spPr>
          <a:xfrm>
            <a:off x="5018399" y="4406522"/>
            <a:ext cx="4608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4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952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953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4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5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6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7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8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59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60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61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62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63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64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965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66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967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68" name="Text Placeholder 2"/>
          <p:cNvSpPr/>
          <p:nvPr>
            <p:ph type="body" sz="quarter" idx="23" hasCustomPrompt="1"/>
          </p:nvPr>
        </p:nvSpPr>
        <p:spPr>
          <a:xfrm>
            <a:off x="266399" y="1978598"/>
            <a:ext cx="3024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69" name="Text Placeholder 2"/>
          <p:cNvSpPr/>
          <p:nvPr>
            <p:ph type="body" sz="quarter" idx="24" hasCustomPrompt="1"/>
          </p:nvPr>
        </p:nvSpPr>
        <p:spPr>
          <a:xfrm>
            <a:off x="3440855" y="1978598"/>
            <a:ext cx="3024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70" name="Text Placeholder 2"/>
          <p:cNvSpPr/>
          <p:nvPr>
            <p:ph type="body" sz="quarter" idx="25" hasCustomPrompt="1"/>
          </p:nvPr>
        </p:nvSpPr>
        <p:spPr>
          <a:xfrm>
            <a:off x="6609599" y="1978598"/>
            <a:ext cx="3024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71" name="Text Placeholder 2"/>
          <p:cNvSpPr/>
          <p:nvPr>
            <p:ph type="body" sz="quarter" idx="26" hasCustomPrompt="1"/>
          </p:nvPr>
        </p:nvSpPr>
        <p:spPr>
          <a:xfrm>
            <a:off x="266399" y="4150300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72" name="Text Placeholder 2"/>
          <p:cNvSpPr/>
          <p:nvPr>
            <p:ph type="body" sz="quarter" idx="27" hasCustomPrompt="1"/>
          </p:nvPr>
        </p:nvSpPr>
        <p:spPr>
          <a:xfrm>
            <a:off x="266399" y="4444829"/>
            <a:ext cx="3024002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73" name="Text Placeholder 2"/>
          <p:cNvSpPr/>
          <p:nvPr>
            <p:ph type="body" sz="quarter" idx="28" hasCustomPrompt="1"/>
          </p:nvPr>
        </p:nvSpPr>
        <p:spPr>
          <a:xfrm>
            <a:off x="3440855" y="4444829"/>
            <a:ext cx="3024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74" name="Text Placeholder 2"/>
          <p:cNvSpPr/>
          <p:nvPr>
            <p:ph type="body" sz="quarter" idx="29" hasCustomPrompt="1"/>
          </p:nvPr>
        </p:nvSpPr>
        <p:spPr>
          <a:xfrm>
            <a:off x="6609599" y="4444829"/>
            <a:ext cx="3024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97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983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984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85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86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87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88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89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0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1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2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3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4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95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996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7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998" name="Text Placeholder 2"/>
          <p:cNvSpPr/>
          <p:nvPr>
            <p:ph type="body" sz="quarter" idx="22" hasCustomPrompt="1"/>
          </p:nvPr>
        </p:nvSpPr>
        <p:spPr>
          <a:xfrm>
            <a:off x="266399" y="1684067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999" name="Text Placeholder 2"/>
          <p:cNvSpPr/>
          <p:nvPr>
            <p:ph type="body" sz="quarter" idx="23" hasCustomPrompt="1"/>
          </p:nvPr>
        </p:nvSpPr>
        <p:spPr>
          <a:xfrm>
            <a:off x="266399" y="1979953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0" name="Text Placeholder 2"/>
          <p:cNvSpPr/>
          <p:nvPr>
            <p:ph type="body" sz="quarter" idx="24" hasCustomPrompt="1"/>
          </p:nvPr>
        </p:nvSpPr>
        <p:spPr>
          <a:xfrm>
            <a:off x="2655299" y="1979953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1" name="Text Placeholder 2"/>
          <p:cNvSpPr/>
          <p:nvPr>
            <p:ph type="body" sz="quarter" idx="25" hasCustomPrompt="1"/>
          </p:nvPr>
        </p:nvSpPr>
        <p:spPr>
          <a:xfrm>
            <a:off x="5029611" y="1979953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2" name="Text Placeholder 2"/>
          <p:cNvSpPr/>
          <p:nvPr>
            <p:ph type="body" sz="quarter" idx="26" hasCustomPrompt="1"/>
          </p:nvPr>
        </p:nvSpPr>
        <p:spPr>
          <a:xfrm>
            <a:off x="7401600" y="1979953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3" name="Text Placeholder 2"/>
          <p:cNvSpPr/>
          <p:nvPr>
            <p:ph type="body" sz="quarter" idx="27" hasCustomPrompt="1"/>
          </p:nvPr>
        </p:nvSpPr>
        <p:spPr>
          <a:xfrm>
            <a:off x="266399" y="4077072"/>
            <a:ext cx="9360001" cy="216001"/>
          </a:xfrm>
          <a:prstGeom prst="rect">
            <a:avLst/>
          </a:prstGeom>
          <a:ln w="19050"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defTabSz="815779">
              <a:lnSpc>
                <a:spcPct val="120000"/>
              </a:lnSpc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Title bar</a:t>
            </a:r>
          </a:p>
        </p:txBody>
      </p:sp>
      <p:sp>
        <p:nvSpPr>
          <p:cNvPr id="1004" name="Text Placeholder 2"/>
          <p:cNvSpPr/>
          <p:nvPr>
            <p:ph type="body" sz="quarter" idx="28" hasCustomPrompt="1"/>
          </p:nvPr>
        </p:nvSpPr>
        <p:spPr>
          <a:xfrm>
            <a:off x="266399" y="4372957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5" name="Text Placeholder 2"/>
          <p:cNvSpPr/>
          <p:nvPr>
            <p:ph type="body" sz="quarter" idx="29" hasCustomPrompt="1"/>
          </p:nvPr>
        </p:nvSpPr>
        <p:spPr>
          <a:xfrm>
            <a:off x="2655299" y="4372957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6" name="Text Placeholder 2"/>
          <p:cNvSpPr/>
          <p:nvPr>
            <p:ph type="body" sz="quarter" idx="30" hasCustomPrompt="1"/>
          </p:nvPr>
        </p:nvSpPr>
        <p:spPr>
          <a:xfrm>
            <a:off x="5029611" y="4372957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7" name="Text Placeholder 2"/>
          <p:cNvSpPr/>
          <p:nvPr>
            <p:ph type="body" sz="quarter" idx="31" hasCustomPrompt="1"/>
          </p:nvPr>
        </p:nvSpPr>
        <p:spPr>
          <a:xfrm>
            <a:off x="7401600" y="4372957"/>
            <a:ext cx="2232001" cy="216001"/>
          </a:xfrm>
          <a:prstGeom prst="rect">
            <a:avLst/>
          </a:prstGeom>
          <a:ln>
            <a:solidFill>
              <a:schemeClr val="accent2"/>
            </a:solidFill>
            <a:round/>
          </a:ln>
        </p:spPr>
        <p:txBody>
          <a:bodyPr lIns="0" tIns="0" rIns="0" bIns="0" anchor="b">
            <a:normAutofit fontScale="100000" lnSpcReduction="0"/>
          </a:bodyPr>
          <a:lstStyle>
            <a:lvl1pPr algn="ctr" defTabSz="815779">
              <a:lnSpc>
                <a:spcPct val="120000"/>
              </a:lnSpc>
              <a:spcBef>
                <a:spcPts val="0"/>
              </a:spcBef>
              <a:defRPr b="1" sz="1000"/>
            </a:lvl1pPr>
          </a:lstStyle>
          <a:p>
            <a:pPr/>
            <a:r>
              <a:t>Title bar</a:t>
            </a:r>
          </a:p>
        </p:txBody>
      </p:sp>
      <p:sp>
        <p:nvSpPr>
          <p:cNvPr id="100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1016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1017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18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19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0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1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2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3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4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5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6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7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28" name="Main text"/>
          <p:cNvSpPr txBox="1"/>
          <p:nvPr>
            <p:ph type="title" hasCustomPrompt="1"/>
          </p:nvPr>
        </p:nvSpPr>
        <p:spPr>
          <a:xfrm>
            <a:off x="1897200" y="57600"/>
            <a:ext cx="6336001" cy="720000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/>
            <a:r>
              <a:t>Main text</a:t>
            </a:r>
          </a:p>
        </p:txBody>
      </p:sp>
      <p:sp>
        <p:nvSpPr>
          <p:cNvPr id="1029" name="本文レベル1…"/>
          <p:cNvSpPr txBox="1"/>
          <p:nvPr>
            <p:ph type="body" sz="quarter" idx="1" hasCustomPrompt="1"/>
          </p:nvPr>
        </p:nvSpPr>
        <p:spPr>
          <a:xfrm>
            <a:off x="266399" y="6525344"/>
            <a:ext cx="8568002" cy="231857"/>
          </a:xfrm>
          <a:prstGeom prst="rect">
            <a:avLst/>
          </a:prstGeom>
        </p:spPr>
        <p:txBody>
          <a:bodyPr lIns="0" tIns="0" rIns="0" bIns="0" anchor="b">
            <a:normAutofit fontScale="100000" lnSpcReduction="0"/>
          </a:bodyPr>
          <a:lstStyle>
            <a:lvl1pPr marL="228600" indent="-228600">
              <a:lnSpc>
                <a:spcPct val="120000"/>
              </a:lnSpc>
              <a:spcBef>
                <a:spcPts val="0"/>
              </a:spcBef>
              <a:defRPr i="1" sz="700"/>
            </a:lvl1pPr>
            <a:lvl2pPr marL="143271" indent="-141684">
              <a:lnSpc>
                <a:spcPct val="120000"/>
              </a:lnSpc>
              <a:spcBef>
                <a:spcPts val="0"/>
              </a:spcBef>
              <a:defRPr i="1" sz="700"/>
            </a:lvl2pPr>
            <a:lvl3pPr marL="339592" indent="-93530">
              <a:lnSpc>
                <a:spcPct val="120000"/>
              </a:lnSpc>
              <a:spcBef>
                <a:spcPts val="0"/>
              </a:spcBef>
              <a:defRPr i="1" sz="700"/>
            </a:lvl3pPr>
            <a:lvl4pPr marL="489479" indent="-81491">
              <a:lnSpc>
                <a:spcPct val="120000"/>
              </a:lnSpc>
              <a:spcBef>
                <a:spcPts val="0"/>
              </a:spcBef>
              <a:defRPr i="1" sz="700"/>
            </a:lvl4pPr>
            <a:lvl5pPr marL="655770" indent="-106495">
              <a:lnSpc>
                <a:spcPct val="120000"/>
              </a:lnSpc>
              <a:spcBef>
                <a:spcPts val="0"/>
              </a:spcBef>
              <a:defRPr i="1" sz="700"/>
            </a:lvl5pPr>
          </a:lstStyle>
          <a:p>
            <a:pPr/>
            <a:r>
              <a:t>Source / Disclaimer / Annotations: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30" name="Text Placeholder 11"/>
          <p:cNvSpPr/>
          <p:nvPr>
            <p:ph type="body" sz="quarter" idx="21" hasCustomPrompt="1"/>
          </p:nvPr>
        </p:nvSpPr>
        <p:spPr>
          <a:xfrm>
            <a:off x="266399" y="1051199"/>
            <a:ext cx="9360001" cy="57600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spcBef>
                <a:spcPts val="0"/>
              </a:spcBef>
              <a:defRPr b="1" sz="1400"/>
            </a:lvl1pPr>
          </a:lstStyle>
          <a:p>
            <a:pPr/>
            <a:r>
              <a:t>Subheading text (optional) Subheading text (optional)</a:t>
            </a:r>
          </a:p>
        </p:txBody>
      </p:sp>
      <p:sp>
        <p:nvSpPr>
          <p:cNvPr id="10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103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1040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1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2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3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4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5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6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7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8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49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50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5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31_Comple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/>
          <p:nvPr/>
        </p:nvSpPr>
        <p:spPr>
          <a:xfrm>
            <a:off x="1522728" y="-1"/>
            <a:ext cx="8383424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916"/>
                </a:moveTo>
                <a:cubicBezTo>
                  <a:pt x="221" y="11811"/>
                  <a:pt x="446" y="16705"/>
                  <a:pt x="666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301" y="0"/>
                </a:lnTo>
                <a:cubicBezTo>
                  <a:pt x="201" y="2305"/>
                  <a:pt x="100" y="4612"/>
                  <a:pt x="0" y="6916"/>
                </a:cubicBez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pic>
        <p:nvPicPr>
          <p:cNvPr id="3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5803" y="306903"/>
            <a:ext cx="1260001" cy="22280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Freeform 7"/>
          <p:cNvSpPr/>
          <p:nvPr/>
        </p:nvSpPr>
        <p:spPr>
          <a:xfrm>
            <a:off x="1349692" y="396875"/>
            <a:ext cx="325439" cy="446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13" y="0"/>
                </a:moveTo>
                <a:lnTo>
                  <a:pt x="0" y="13759"/>
                </a:lnTo>
                <a:lnTo>
                  <a:pt x="5058" y="21600"/>
                </a:lnTo>
                <a:lnTo>
                  <a:pt x="21600" y="21600"/>
                </a:lnTo>
                <a:lnTo>
                  <a:pt x="8113" y="0"/>
                </a:lnTo>
                <a:close/>
              </a:path>
            </a:pathLst>
          </a:custGeom>
          <a:solidFill>
            <a:srgbClr val="D5D5D5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5" name="Freeform 9"/>
          <p:cNvSpPr/>
          <p:nvPr/>
        </p:nvSpPr>
        <p:spPr>
          <a:xfrm>
            <a:off x="1305242" y="0"/>
            <a:ext cx="222251" cy="396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7" y="0"/>
                </a:moveTo>
                <a:lnTo>
                  <a:pt x="0" y="0"/>
                </a:lnTo>
                <a:lnTo>
                  <a:pt x="0" y="518"/>
                </a:lnTo>
                <a:lnTo>
                  <a:pt x="16200" y="21600"/>
                </a:lnTo>
                <a:lnTo>
                  <a:pt x="21600" y="14688"/>
                </a:lnTo>
                <a:lnTo>
                  <a:pt x="10337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6" name="Freeform 11"/>
          <p:cNvSpPr/>
          <p:nvPr/>
        </p:nvSpPr>
        <p:spPr>
          <a:xfrm>
            <a:off x="943292" y="284163"/>
            <a:ext cx="411163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43" y="0"/>
                </a:moveTo>
                <a:lnTo>
                  <a:pt x="0" y="21600"/>
                </a:lnTo>
                <a:lnTo>
                  <a:pt x="17931" y="21600"/>
                </a:lnTo>
                <a:lnTo>
                  <a:pt x="21600" y="15341"/>
                </a:lnTo>
                <a:lnTo>
                  <a:pt x="12843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7" name="Freeform 13"/>
          <p:cNvSpPr/>
          <p:nvPr/>
        </p:nvSpPr>
        <p:spPr>
          <a:xfrm>
            <a:off x="273365" y="-1"/>
            <a:ext cx="796926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9638" y="0"/>
                </a:lnTo>
                <a:lnTo>
                  <a:pt x="0" y="21600"/>
                </a:lnTo>
                <a:lnTo>
                  <a:pt x="1183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ECECE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8" name="Freeform 15"/>
          <p:cNvSpPr/>
          <p:nvPr/>
        </p:nvSpPr>
        <p:spPr>
          <a:xfrm>
            <a:off x="140684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9" name="Freeform 17"/>
          <p:cNvSpPr/>
          <p:nvPr/>
        </p:nvSpPr>
        <p:spPr>
          <a:xfrm>
            <a:off x="1409223" y="0"/>
            <a:ext cx="233364" cy="26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72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B9B9B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0" name="Freeform 19"/>
          <p:cNvSpPr/>
          <p:nvPr/>
        </p:nvSpPr>
        <p:spPr>
          <a:xfrm>
            <a:off x="1185385" y="9525"/>
            <a:ext cx="288926" cy="671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38" y="0"/>
                </a:moveTo>
                <a:lnTo>
                  <a:pt x="0" y="8834"/>
                </a:lnTo>
                <a:lnTo>
                  <a:pt x="12462" y="21600"/>
                </a:lnTo>
                <a:lnTo>
                  <a:pt x="21600" y="12460"/>
                </a:lnTo>
                <a:lnTo>
                  <a:pt x="9138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1" name="Freeform 21"/>
          <p:cNvSpPr/>
          <p:nvPr/>
        </p:nvSpPr>
        <p:spPr>
          <a:xfrm>
            <a:off x="1290955" y="-1588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2" name="Freeform 23"/>
          <p:cNvSpPr/>
          <p:nvPr/>
        </p:nvSpPr>
        <p:spPr>
          <a:xfrm>
            <a:off x="707547" y="-1"/>
            <a:ext cx="482601" cy="842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29" y="0"/>
                </a:moveTo>
                <a:lnTo>
                  <a:pt x="0" y="21600"/>
                </a:lnTo>
                <a:lnTo>
                  <a:pt x="10658" y="21600"/>
                </a:lnTo>
                <a:lnTo>
                  <a:pt x="21600" y="7281"/>
                </a:lnTo>
                <a:lnTo>
                  <a:pt x="16129" y="0"/>
                </a:lnTo>
                <a:close/>
              </a:path>
            </a:pathLst>
          </a:cu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3" name="Freeform 25"/>
          <p:cNvSpPr/>
          <p:nvPr/>
        </p:nvSpPr>
        <p:spPr>
          <a:xfrm>
            <a:off x="1065528" y="-1"/>
            <a:ext cx="244476" cy="28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39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724"/>
                </a:lnTo>
                <a:lnTo>
                  <a:pt x="21039" y="0"/>
                </a:lnTo>
                <a:close/>
              </a:path>
            </a:pathLst>
          </a:custGeom>
          <a:solidFill>
            <a:srgbClr val="909090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4" name="Rectangle 27"/>
          <p:cNvSpPr/>
          <p:nvPr/>
        </p:nvSpPr>
        <p:spPr>
          <a:xfrm>
            <a:off x="1050449" y="-5556"/>
            <a:ext cx="12701" cy="12701"/>
          </a:xfrm>
          <a:prstGeom prst="rect">
            <a:avLst/>
          </a:prstGeom>
          <a:solidFill>
            <a:srgbClr val="ACACAC"/>
          </a:solidFill>
          <a:ln w="12700">
            <a:miter lim="400000"/>
          </a:ln>
        </p:spPr>
        <p:txBody>
          <a:bodyPr lIns="36000" tIns="36000" rIns="36000" bIns="36000"/>
          <a:lstStyle/>
          <a:p>
            <a:pPr/>
          </a:p>
        </p:txBody>
      </p:sp>
      <p:sp>
        <p:nvSpPr>
          <p:cNvPr id="15" name="TextBox 8"/>
          <p:cNvSpPr txBox="1"/>
          <p:nvPr/>
        </p:nvSpPr>
        <p:spPr>
          <a:xfrm>
            <a:off x="1897200" y="518378"/>
            <a:ext cx="1888158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lnSpc>
                <a:spcPct val="120000"/>
              </a:lnSpc>
              <a:defRPr b="1"/>
            </a:lvl1pPr>
          </a:lstStyle>
          <a:p>
            <a:pPr/>
            <a:r>
              <a:t>Table of contents</a:t>
            </a:r>
          </a:p>
        </p:txBody>
      </p:sp>
      <p:sp>
        <p:nvSpPr>
          <p:cNvPr id="16" name="タイトルテキスト"/>
          <p:cNvSpPr txBox="1"/>
          <p:nvPr>
            <p:ph type="title"/>
          </p:nvPr>
        </p:nvSpPr>
        <p:spPr>
          <a:xfrm>
            <a:off x="495300" y="92074"/>
            <a:ext cx="89154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タイトルテキスト</a:t>
            </a:r>
          </a:p>
        </p:txBody>
      </p:sp>
      <p:sp>
        <p:nvSpPr>
          <p:cNvPr id="17" name="本文レベル1…"/>
          <p:cNvSpPr txBox="1"/>
          <p:nvPr>
            <p:ph type="body" idx="1"/>
          </p:nvPr>
        </p:nvSpPr>
        <p:spPr>
          <a:xfrm>
            <a:off x="495300" y="1600200"/>
            <a:ext cx="89154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8" name="スライド番号"/>
          <p:cNvSpPr txBox="1"/>
          <p:nvPr>
            <p:ph type="sldNum" sz="quarter" idx="2"/>
          </p:nvPr>
        </p:nvSpPr>
        <p:spPr>
          <a:xfrm>
            <a:off x="4787900" y="6172200"/>
            <a:ext cx="23114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</p:sldLayoutIdLst>
  <p:transition xmlns:p14="http://schemas.microsoft.com/office/powerpoint/2010/main" spd="med" advClick="1"/>
  <p:txStyles>
    <p:titleStyle>
      <a:lvl1pPr marL="0" marR="0" indent="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l" defTabSz="9572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244475" marR="0" indent="-242888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406400" marR="0" indent="-160337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547687" marR="0" indent="-139700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731837" marR="0" indent="-182562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1189037" marR="0" indent="-182562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1646238" marR="0" indent="-182562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2103438" marR="0" indent="-182563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2560638" marR="0" indent="-182563" algn="l" defTabSz="957262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タイトル 4"/>
          <p:cNvSpPr txBox="1"/>
          <p:nvPr>
            <p:ph type="title"/>
          </p:nvPr>
        </p:nvSpPr>
        <p:spPr>
          <a:xfrm>
            <a:off x="266399" y="2879999"/>
            <a:ext cx="7200002" cy="858954"/>
          </a:xfrm>
          <a:prstGeom prst="rect">
            <a:avLst/>
          </a:prstGeom>
        </p:spPr>
        <p:txBody>
          <a:bodyPr/>
          <a:lstStyle/>
          <a:p>
            <a:pPr/>
            <a:r>
              <a:t>インド株投資戦略　進捗報告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フッター プレースホルダー 1"/>
          <p:cNvSpPr txBox="1"/>
          <p:nvPr/>
        </p:nvSpPr>
        <p:spPr>
          <a:xfrm>
            <a:off x="8834400" y="6561476"/>
            <a:ext cx="7777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72" name="タイトル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はじめに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フッター プレースホルダー 1"/>
          <p:cNvSpPr txBox="1"/>
          <p:nvPr/>
        </p:nvSpPr>
        <p:spPr>
          <a:xfrm>
            <a:off x="8834400" y="6561476"/>
            <a:ext cx="7777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75" name="タイトル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ネタ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1. リサーチ調査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先行研究（アカデミック・実務）とインド市場構造のレビュー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リサーチ調査：範囲と出典ポリシー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インド株クオンツ戦略の設計に先立ち、ファクター有効性・市場構造・外生変数シグナルの先行研究を系統的に調査した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B2420"/>
                </a:solidFill>
                <a:latin typeface="Arial"/>
              </a:rPr>
              <a:t>調査範囲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2029968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標準ファクターの有効性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モメンタム・バリュー・サイズ・クオリティ・低ボラ・流動性のインド固有の実証（サンプル期間・リターン・限界）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944368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ファクタータイミング／ファクターモメンタム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インド直接実証の有無と、グローバル文献の国際頑健性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3858768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インド市場の構造的特徴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投資家構成（FII/DII/SIP）、プロモーター支配、空売り制約、税制・制度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4773168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外生変数シグナル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クロスアセット・マクロ・フロー・オルタナデータの予測力の実証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B2420"/>
                </a:solidFill>
                <a:latin typeface="Arial"/>
              </a:rPr>
              <a:t>出典の信頼性区分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01168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03520" y="2121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B2420"/>
                </a:solidFill>
                <a:latin typeface="Arial"/>
              </a:rPr>
              <a:t>Tier 1｜根拠として採用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査読誌（JF・JFE・RFS・PBFJ・GFJ等）／IIMA・NBERワーキングペーパー／NSE・SEBI・RBI・AMFI公式統計／指数会社（S&amp;P DJI・MSCI）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29184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03520" y="34015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305C"/>
                </a:solidFill>
                <a:latin typeface="Arial"/>
              </a:rPr>
              <a:t>Tier 2｜「未査読」を明記して採用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7033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SSRN・arXivワーキングペーパー、大学リポジトリ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457200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03520" y="4681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737374"/>
                </a:solidFill>
                <a:latin typeface="Arial"/>
              </a:rPr>
              <a:t>Tier 3｜参考のみ（根拠には用いない）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9834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証券会社レポート、実務ブログ、バックフィット指数の数値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本セクションの数値・結論はTier 1/2の一次資料に基づく。有料壁で本文未取得のものはアブストラクト依拠と脚注に明記。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インド市場の構造的特徴：クオンツ戦略の前提条件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「重要情報が公開されているが、処理する参加者が少なく、裁定も働きにくい」——3つの摩擦が同時に存在する市場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00200"/>
            <a:ext cx="301752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CB2420"/>
                </a:solidFill>
                <a:latin typeface="Arial"/>
              </a:rPr>
              <a:t>19.0%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DII保有比率がFIIを逆転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NSE上場企業のDII保有比率は2025年12月末に19.0%（FII約17%）。2025年3月末に統計開始以来初めてDIIがFIIを上回った。国内投信のSIP月次流入は2025年12月に₹31,002 croreと過去最高。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出典：NSE India Ownership Tracker（2025年12月）、Prime Database、AMFI月次統計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301752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1880" y="17373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CB2420"/>
                </a:solidFill>
                <a:latin typeface="Arial"/>
              </a:rPr>
              <a:t>同族支配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プロモーターの持分・質権が全面開示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8892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上場企業の大半でプロモーター（支配株主）が支配。持分・質権比率はLODR Reg 31により四半期開示、変動はSAST Reg 29/31で数営業日以内に随時開示される。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出典：SEBI LODR規則、SEBI SAST規則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00200"/>
            <a:ext cx="301752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60" y="17373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CB2420"/>
                </a:solidFill>
                <a:latin typeface="Arial"/>
              </a:rPr>
              <a:t>空売り制約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現物空売りはSLB経由のみ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78892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証券貸借（SLB）はF&amp;O採用銘柄等に限定され流動性が低い。FPIはSLB以外での空売りが不可。個別株デリバティブが可能なのはNSE指定のF&amp;O銘柄のみ。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出典：SEBI SLB枠組み、NSE Clearing、NSE F&amp;O選定基準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30352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305C"/>
                </a:solidFill>
                <a:latin typeface="Arial"/>
              </a:rPr>
              <a:t>含意：Miller (1977) の「意見の相違＋空売り制約→楽観価格」と limits to arbitrage（Shleifer &amp; Vishny 1997）が成立する条件が揃う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先行研究①：標準ファクターのインドでの有効性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モメンタムとクオリティが最も頑健。サイズは機能せず、バリューはサンプル依存が大きい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26880" cy="3749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3246120"/>
                <a:gridCol w="1691640"/>
                <a:gridCol w="96012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ファクター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主要な実証結果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期間・ユニバース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評価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出典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モメンタム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WML平均年率21.9%。収益は勝者ロング側主導。高流動性株で頑健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1994–2014、投資可能ユニバース（生存バイアス補正）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◎ 採用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Agarwalla, Jacob &amp; Varma (2013, IIMA WP; Vikalpa 2017)；Chui et al. (2023, PBFJ)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クオリティ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QMJ月次4ファクターα 0.917%（米国の約2倍）、ロング・オンリー版0.69%。ドライバーは収益性と配当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1995–2021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◎ 採用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Jacob, Pradeep &amp; Varma (2022)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バリュー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HML平均年率15.3%だが、1993–2012年では約6%とサンプル依存が極端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1994–2014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△ 静的配分のみ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IIMA (同上)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サイズ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SMBはほぼゼロ（対数年率−2.9%）。著者ら「サイズは機能しない」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1994–2013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× 不採用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IIMA (同上)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低ボラ／低リスク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低ボラ十分位超過11.4% vs 高ボラ1.3%。ただしベータ制御で非有意。収益性で部分説明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2001–2015；Nifty500 2003–2022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△ 補完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Joshipura &amp; Joshipura (2016)；Tulsyan, Joshipura &amp; Mishra (2025, GFJ)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流動性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低流動性ベータ・アノマリーが持続。主因はミスプライシング・裁定コスト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Nifty500、16年パネル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○ 参考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Roy, Tilak &amp; Maiti (2025, APFM)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注：IIMA WPは記述統計中心でt値を報告していない。正式なスパニング検定はRaju (2022, SSRN 4054146, 未査読) がFF5+MOMのインド有効性を報告。GFJ=Global Finance Journal、PBFJ=Pacific-Basin Finance Journal、APFM=Asia-Pacific Financial Markets。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先行研究②：コア候補（モメンタム×クオリティ）の詳細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両ファクターは相関が低く、ロング・オンリーでも高アルファ——空売り制約下のインドで決定的な利点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572000" cy="3840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B2420"/>
                </a:solidFill>
                <a:latin typeface="Arial"/>
              </a:rPr>
              <a:t>モメンタム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Arial"/>
              </a:rPr>
              <a:t>21.9%</a:t>
            </a:r>
            <a:r>
              <a:rPr sz="950" b="0" i="0">
                <a:solidFill>
                  <a:srgbClr val="535353"/>
                </a:solidFill>
                <a:latin typeface="Arial"/>
              </a:rPr>
              <a:t>　WML平均年率（1994–2014）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標準偏差24.1%。HMLとの月次相関は−17%、SMBとは−7%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収益は勝者ロング側が主導し、ロス側ショートの寄与は小さい（Maheshwari &amp; Dhankar 2017）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米国型の1月／4月季節性は確認されず、通年で実行可能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短期(1か月)・中期(6か月)の過去リターンが翌月のクロスセクションを予測（Chui et al. 2023）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CB2420"/>
                </a:solidFill>
                <a:latin typeface="Arial"/>
              </a:rPr>
              <a:t>• 留意：GFC期に負転（クラッシュ）。セクター集中リスク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63040"/>
            <a:ext cx="4572000" cy="3840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57800" y="16002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B2420"/>
                </a:solidFill>
                <a:latin typeface="Arial"/>
              </a:rPr>
              <a:t>クオリティ（QMJ）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96596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Arial"/>
              </a:rPr>
              <a:t>0.917%</a:t>
            </a:r>
            <a:r>
              <a:rPr sz="950" b="0" i="0">
                <a:solidFill>
                  <a:srgbClr val="535353"/>
                </a:solidFill>
                <a:latin typeface="Arial"/>
              </a:rPr>
              <a:t>　月次4ファクターα（1995–2021）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年率換算約10%超、米国の約2倍。ロング・オンリー版でも月次α 0.69%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QMJ平均月次リターン1.69%（市場1.33%、モメンタム1.62%）、ボラはモメンタムより低い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低回転・低ドローダウン・大型株限定でも有効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理論的背景：プロモーター支配下のトンネリング懸念。収益性・配当は「搾取していない証拠」としてプレミアムを持つ（Johnson et al. 2000）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収益性がクオリティ・防御株を包摂する整理（Novy-Marx &amp; Medhat 2025, NBER）とも整合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出典：Agarwalla, Jacob &amp; Varma (2013/2017)、Jacob, Pradeep &amp; Varma (2022)、Maheshwari &amp; Dhankar (2017, JAMR)、Chui et al. (2023, PBFJ)、Novy-Marx &amp; Medhat (2025, NBER WP 33601)。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先行研究③：ファクタータイミングは不採用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インドでの直接実証はほぼ存在せず、存在する研究はタイミング能力を否定——静的配分をベースラインとする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536192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インド直接実証：タイミング能力は限定的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Raju (2025) はArnott et al.の構造-再評価分解をインド5ファクター（2004–2025）に適用。「長期プレミアは主に構造的。予測回帰・OOS検定でタイミング能力は限定的、12か月モメンタムのみ有意だが予測誤差ゲインは経済的閾値未満」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8869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37374"/>
                </a:solidFill>
                <a:latin typeface="Arial"/>
              </a:rPr>
              <a:t>Raju (2025) SSRN 5513940 ※未査読WP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862071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グローバル文献はインドを含まない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7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Gupta &amp; Kelly (2019) のTSファクターモメンタム（Sharpe 0.84）の国際サンプルは欧州・太平洋・カナダのみ。Ehsani &amp; Linnainmaa (2022) は米国中心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8869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37374"/>
                </a:solidFill>
                <a:latin typeface="Arial"/>
              </a:rPr>
              <a:t>Gupta &amp; Kelly (2019, JPM)；Ehsani &amp; Linnainmaa (2022, JF)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4187952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国際頑健性が弱い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53128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国際検証では時系列ファクターモメンタムは51か国中16か国、クロスセクション版は12か国でのみ有意。仏・独・日で確認できず、インドは個別に未検証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8869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37374"/>
                </a:solidFill>
                <a:latin typeface="Arial"/>
              </a:rPr>
              <a:t>Journal of Banking &amp; Finance (2024)「Factor momentum versus price momentum」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486400"/>
            <a:ext cx="9326880" cy="365760"/>
          </a:xfrm>
          <a:prstGeom prst="roundRect">
            <a:avLst>
              <a:gd name="adj" fmla="val 6000"/>
            </a:avLst>
          </a:prstGeom>
          <a:solidFill>
            <a:srgbClr val="00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結論：ファクター配分は静的（等ウェイト〜リスクパリティ）。ファクターモメンタムは社内リサーチ課題に留める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先行研究④：外生変数シグナルの実証エビデンス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フロー系は実証が最も強い。原油による銘柄クロスセクション予測はエビデンスが存在しない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26880" cy="3749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206240"/>
                <a:gridCol w="100584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シグナル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実証結果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評価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出典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FIIフローのイノベーション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予測不能成分でソートしたポートフォリオに統計的・経済的に有意なスプレッド。低イノベーション側は形成後1週間で約40%反転。効果はVIX上昇時・大型株で大きい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◎ 有望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Acharya, Anshuman &amp; Kumar（NSE-NYU Stern Initiative白書、2006–2013）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原油（銘柄クロスセクション）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オイルベータでソートした月次L/Sのインド実証は存在しない。米国研究でも原油価格ベータのスプレッドは非有意（有意なのは原油ボラ・ベータのみ）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× 不採用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Journal of Banking &amp; Finance「Oil volatility risk and expected stock returns」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原油（セクター）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負の原油ショックが正より効く非対称性、ベア相場で効果大。感応：金属・エネルギー・IT・自動車・金融／非感応：FMCG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△ オーバーレイのみ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Tiwari, Jena, Mitra &amp; Yoon (2018, Energy Economics 72)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RBI金融政策サプライズ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OIS金利をtarget/path要因に分解。サプライズがSensexのリターン・ボラに有意に影響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○ イベント用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RBI Working Paper；Lakdawala &amp; Sengupta (2021)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経済活動ナウキャスト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夜間光・電力消費がインドの経済活動の良好なプロキシ。RBIがGVAナウキャストに採用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○ 第2陣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Bhadury, Pohit &amp; Beyer (RBI)；Beyer et al. (2021, World Development)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注：Tiwari et al. (2018) 等は有料壁によりアブストラクト依拠。Acharya et al.のNSE-NYU白書は査読誌未掲載だがNSEリサーチ・イニシアティブの正式刊行物。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リサーチ調査の示唆：戦略設計への接続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コアは文献に忠実な静的マルチファクター。独自性は市場構造から演繹した「裁定されないミスプライシング」で狙う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B2420"/>
                </a:solidFill>
                <a:latin typeface="Arial"/>
              </a:rPr>
              <a:t>コア戦略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クオリティ＋モメンタムの静的マルチファクター（ロング・オンリー）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両ファクターの相関が低く分散効果大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ロング・オンリーで高アルファ・低ドローダウン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低ボラを少量の防御補完、バリューはクオリティ併用で静的に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737374"/>
                </a:solidFill>
                <a:latin typeface="Arial"/>
              </a:rPr>
              <a:t>不採用と判断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659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文献が支持しないもの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サイズ（プレミアム不在）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ファクタータイミング／ファクターモメンタム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原油の銘柄クロスセクション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FII保有「水準」による銘柄選択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6304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0" y="16002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0305C"/>
                </a:solidFill>
                <a:latin typeface="Arial"/>
              </a:rPr>
              <a:t>独自シグナル候補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659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制度構造から演繹（次セクションで詳述）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プロモーター質権・持分変化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F&amp;O採用・除外・ban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税制クリフ＋CGO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535353"/>
                </a:solidFill>
                <a:latin typeface="Arial"/>
              </a:rPr>
              <a:t>• FII/DIIダイバージェンス（検証中）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0352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0305C"/>
                </a:solidFill>
                <a:latin typeface="Arial"/>
              </a:rPr>
              <a:t>検証はいずれも公開データ・追加コストゼロ。採択基準の事前固定とin/out-of-sample分割で多重検定に対処（Harvey, Liu &amp; Zhu 2016, RFS）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B2420"/>
                </a:solidFill>
                <a:latin typeface="Arial"/>
              </a:rPr>
              <a:t>インド実証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45262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Agarwalla, S.K., Jacob, J. &amp; Varma, J.R. (2013). Four Factor Model in Indian Equities Market. IIMA WP 2013-09-05（査読版：Vikalpa 42(4), 2017）。データ：faculty.iima.ac.in/iffm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Jacob, J., Pradeep, K.P. &amp; Varma, J.R. (2022). Performance of Quality Factor in Indian Equity Market.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Chui, A. et al. (2023). Momentum, reversals and liquidity: Indian evidence. Pacific-Basin Finance Journal.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Maheshwari, S. &amp; Dhankar, R. (2017). Momentum anomaly: evidence from the Indian stock market. J. of Advances in Management Research.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Joshipura, M. &amp; Joshipura, N. (2016). The Volatility Effect: Evidence from India. Applied Finance Letters.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Tulsyan, Joshipura &amp; Mishra (2025). Does profitability explain the low-risk anomaly in India? Global Finance Journal.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Roy, P., Tilak, A. &amp; Maiti, M. (2025). Demystifying Liquidity Beta Anomaly in India. Asia-Pacific Financial Markets.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Raju, R. (2022). Four and Five-Factor Models in the Indian Equities Market. SSRN 4054146（未査読）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Raju, R. (2025). Timing Indian Equity Factors: Structural vs. Revaluation Signals. SSRN 5513940（未査読）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Acharya, V., Anshuman, V.R. &amp; Kumar, K. FII Flows in Indian Equity Markets: Boon or Curse? NSE-NYU Stern Initiative.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Tiwari, A., Jena, S., Mitra, A. &amp; Yoon, S.-M. (2018). Energy Economics 72, 120–134.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9601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B2420"/>
                </a:solidFill>
                <a:latin typeface="Arial"/>
              </a:rPr>
              <a:t>理論・海外実証・規制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280160"/>
            <a:ext cx="45262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Miller, E. (1977). Risk, Uncertainty, and Divergence of Opinion. Journal of Finance.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Shleifer, A. &amp; Vishny, R. (1997). The Limits of Arbitrage. Journal of Finance.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Johnson, La Porta, Lopez-de-Silanes &amp; Shleifer (2000). Tunneling. AER P&amp;P.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Gupta, T. &amp; Kelly, B. (2019). Factor Momentum Everywhere. Journal of Portfolio Management.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Ehsani, S. &amp; Linnainmaa, J. (2022). Factor Momentum and the Momentum Factor. Journal of Finance.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Novy-Marx, R. &amp; Medhat, M. (2025). What Have We Learned? NBER WP 33601.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Harvey, C., Liu, Y. &amp; Zhu, H. (2016). …and the Cross-Section of Expected Returns. RFS.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Factor momentum versus price momentum: Insights from international markets (2024). Journal of Banking &amp; Finance.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Beyer, Franco-Bedoya &amp; Galdo (2021). World Development 140.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35353"/>
                </a:solidFill>
                <a:latin typeface="Arial"/>
              </a:rPr>
              <a:t>• NSE India Ownership Tracker（2025年12月）／Prime Database／AMFI月次統計／SEBI LODR・SAST規則／SEBIサーキュラー2024-08-30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2. 戦略設計と Composite v1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インド市場の特性から、なぜこの戦略構成に至ったか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論理の骨格：3つの摩擦 → 3つの経路 → 3つのスリーブ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市場構造からミスプライシングの経路を演繹し、経路ごとに独立なシグナルを作って束ねる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79" y="1536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B2420"/>
                </a:solidFill>
                <a:latin typeface="Arial"/>
              </a:rPr>
              <a:t>摩擦①　情報処理が薄い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個人主体の売買。IMI中小型のアナリスト・カバレッジは薄く、公開情報の織り込みが遅い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45920" y="2743200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3081528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79" y="3154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305C"/>
                </a:solidFill>
                <a:latin typeface="Arial"/>
              </a:rPr>
              <a:t>経路A　情報の遅い織り込み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44728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アナリスト予想改定への
アンダーリアクション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645920" y="4224528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4562856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00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11479" y="4562856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スリーブA　リビジョン
rev1p / rev1r / rev3p / rev3r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6304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66160" y="1536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B2420"/>
                </a:solidFill>
                <a:latin typeface="Arial"/>
              </a:rPr>
              <a:t>摩擦②　空売りが困難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28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現物空売りはSLB経由のみ。過大評価が修正されず、収益機会はロング側に偏る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800600" y="2743200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3081528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66160" y="3154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305C"/>
                </a:solidFill>
                <a:latin typeface="Arial"/>
              </a:rPr>
              <a:t>経路B　個人の行動バイアス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44728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処分効果：含み益は早く利食い
→ 勝者の過小評価が継続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800600" y="4224528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4562856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00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566160" y="4562856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スリーブB　価格系
mom12_1 ＋ 益側CGO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46304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20840" y="1536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B2420"/>
                </a:solidFill>
                <a:latin typeface="Arial"/>
              </a:rPr>
              <a:t>摩擦③　同族（プロモーター）支配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828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資本政策が全面開示。少数株主にとって「現金をどう扱うか」が最大の品質情報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955279" y="2743200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3081528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20840" y="3154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305C"/>
                </a:solidFill>
                <a:latin typeface="Arial"/>
              </a:rPr>
              <a:t>経路D　支配株主の資本規律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44728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35353"/>
                </a:solidFill>
                <a:latin typeface="Arial"/>
              </a:rPr>
              <a:t>現金を返す企業は信頼され
集める企業は割引かれる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955279" y="4224528"/>
            <a:ext cx="274320" cy="292608"/>
          </a:xfrm>
          <a:prstGeom prst="downArrow">
            <a:avLst/>
          </a:prstGeom>
          <a:solidFill>
            <a:srgbClr val="737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4562856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00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20840" y="4562856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スリーブD　規律
還元＋／外部資金・資産成長−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7784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CB2420"/>
                </a:solidFill>
                <a:latin typeface="Arial"/>
              </a:rPr>
              <a:t>スリーブ間相関：A×B 0.37、A×D 0.03、B×D −0.02 ——「経路が違えば無相関」という設計の前提をデータが確認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設計原則：文献と市場構造から導いた3つの決定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各原則は「インドの事実」→「設計」→「結果での確認」の順に説明できる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26880" cy="3337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743200"/>
                <a:gridCol w="22860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原則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インドの事実（根拠）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設計への反映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結果での確認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① ロングオンリー・ティルトで評価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空売りはSLB経由のみで実質困難（SEBI/NSE）。モメンタムは勝者側主導（Maheshwari &amp; Dhankar 2017）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主指標をQ5の対BM超過・TE・IRに設定。L/Sスプレッドは参考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Q1→Q5完全単調（−12.5%→+11.9%）。買い側に情報がある素材を選定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② 経路の異なるシグナルを独立に作って束ねる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摩擦が3種類あり、生じるミスプライシングの機序が異なる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情報(A)・行動(B)・規律(D)の3スリーブ。交差項は多重検定規律で不採用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スリーブ間相関≈0。合成でDDが−17〜−29%→−10.8%に半減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③ 配分は静的等ウェイト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ファクタータイミングはインドで効かない（Raju 2025、未査読）。国際的にもファクターモメンタムの頑健性は弱い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スリーブ等W。過去ICIR加重・フラット等Wは比較のみ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OOSで等W IR 0.96 vs ICIR加重0.80・フラット0.72。ICIRウェイト自体が安定＝動かす価値なし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インドの非対称性：「買って取る」情報と「避けて取る」情報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空売り制約下では過大評価が修正されず、価格の歪みは「悪い側」に溜まる（Miller 1977）——データもそう言っている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57200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305C"/>
                </a:solidFill>
                <a:latin typeface="Arial"/>
              </a:rPr>
              <a:t>買い側に情報がある（Q5が有意に勝つ）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リビジョン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rev3r 中立Q5 +9.5%、L/S +16%（t 5.1）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価格モメンタム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mom12_1 中立Q5 +5.0%、L/S +8%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配当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dp_act Q5 +3.7%*、rdp +6.4%*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収益性の水準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roe/roic/gpa は+2〜3%だが非有意（L/Sでは roe_act +6.1%*）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00305C"/>
                </a:solidFill>
                <a:latin typeface="Arial"/>
              </a:rPr>
              <a:t>→ ティルト（連続スコア）で取る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63040"/>
            <a:ext cx="457200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57800" y="15727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B2420"/>
                </a:solidFill>
                <a:latin typeface="Arial"/>
              </a:rPr>
              <a:t>避ける側にしか情報がない（Q1/Q5の片側だけ負ける）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96596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割高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ep_act：Q5≈0 だが L/S +5.7 → 高い株が負ける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無配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dp_act：Q1 ≈ −7%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増資・外部資金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xfin −8%*、csi L/S −8.3%*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膨張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sales_grw −6.3%*、ta_grw −6%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35353"/>
                </a:solidFill>
                <a:latin typeface="Arial"/>
              </a:rPr>
              <a:t>• 高ボラ・高回転 </a:t>
            </a:r>
            <a:r>
              <a:rPr sz="1000" b="0" i="0">
                <a:solidFill>
                  <a:srgbClr val="535353"/>
                </a:solidFill>
                <a:latin typeface="Arial"/>
              </a:rPr>
              <a:t>vola60 −10%、tover −3.4%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CB2420"/>
                </a:solidFill>
                <a:latin typeface="Arial"/>
              </a:rPr>
              <a:t>→ 除外（v2の除外レイヤー候補）で取る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0916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含意：文献のクオリティを「稼ぐ力」と読むと空振り。「現金を返し、膨らまない」と読み替えると図全体が一つの主張になる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v1（sleeve EW）の素材と符号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12素材・3スリーブ。素材内等W→スリーブ等W。Blom正規スコア＋セクター・サイズ中立化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26880" cy="3749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2103120"/>
                <a:gridCol w="548640"/>
                <a:gridCol w="301752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スリーブ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素材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符号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意味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検証値（2008–2026）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A リビジョン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rev1p / rev1r / rev3p / rev3r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アナリスト予想改定（1・3か月、%・ローゼンバーグ方式）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L/S +12〜16%（t 4.3〜5.1）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B 価格系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mom12_1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12-1か月モメンタム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中立Q5 +5.0%（t 2.1）、IC 0.055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cgo_gain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益側条件付きCGO（含み益銘柄のみ）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mom控除後 IC t 2.8。情報は益側に集中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 規律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doe / npop / dp_act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配当÷自己資本、5年純還元÷営業利益、配当利回り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doe srtn t 2.3〜3.7、dp_act L/S +10.5%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xfin_sp / xfin_cf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外部ファイナンス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L/S −8〜9%、中立後も生存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ta_grw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総資産成長率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srtn FM t −3.4。収益性条件でも反転せず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不採用：収益性水準（買い側非有意）、交差項一般（多重検定規律）、AIスコア（大型限定・供給リスク）、TVL（非定常）、ESG（単発有意）、gdb版リビジョン（core優先）。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v1 の結果：分散の主効果はドローダウンの半減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Q5（ロングオンリー・ティルト近似）対 MSCI India、EW、2008/01–2026/07、コスト前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2688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280160"/>
                <a:gridCol w="822960"/>
                <a:gridCol w="822960"/>
                <a:gridCol w="822960"/>
                <a:gridCol w="1097280"/>
                <a:gridCol w="128016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Q5超過（幾何）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TE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IR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NW t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超過DD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回転率/年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IC</a:t>
                      </a:r>
                    </a:p>
                  </a:txBody>
                  <a:tcPr marL="54864" marR="54864" marT="27432" marB="27432" anchor="ctr">
                    <a:solidFill>
                      <a:srgbClr val="CB242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comp_ew（本命）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+11.9%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9.8%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1.08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−10.8%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405%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0.067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A リビジョン単独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9.8%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−17.6%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618%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0.045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B 価格系単独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+6.2%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−29.0%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318%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 規律単独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−18.0%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141%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0.043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comp_ew CW（時価加重）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+8.7%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0.72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−24.7%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3535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023360"/>
            <a:ext cx="457200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00305C"/>
                </a:solidFill>
                <a:latin typeface="Arial"/>
              </a:rPr>
              <a:t>IS / OOS（Q5超過、算術）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comp_ew：IS 2008–18 +10.6%（IR 1.18）／OOS 2019– +10.6%（IR 0.96）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フラット等W：OOS IR 0.72（リビジョン過大配分で劣化）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ICIR加重：OOS IR 0.80（推定ノイズのコスト）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4023360"/>
            <a:ext cx="457200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57800" y="411480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00305C"/>
                </a:solidFill>
                <a:latin typeface="Arial"/>
              </a:rPr>
              <a:t>市場構造との整合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• CWで−3.2pt：情報処理の空白は中小型で大きい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• IS/OOS同水準：摩擦は2019年以降も構造的に持続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• BのDD −29%＝2008年モメンタム・クラッシュ。Dと束ねて緩和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87044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37374"/>
                </a:solidFill>
                <a:latin typeface="Arial"/>
              </a:rPr>
              <a:t>留保：コスト前（片道50bpで約4%/年）。素材選定は同一データのスキャンに基づくため、真のOOSは2026年8月以降のライブのみ。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補論：なぜ「クオリティ（収益性）」を買っていないのか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文献（QMJ月次α0.9%）との食い違いは、検証条件の3つの違いで説明できる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536192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サイズ・セクター中立化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インドの高収益企業はFMCG・IT・MNC親会社系に集中。文献のQMJは中立化していないため、プレミアムの相当部分がセクター・大型ベットだった可能性。中立化後の収益性Q5は+2〜3%・非有意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013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0305C"/>
                </a:solidFill>
                <a:latin typeface="Arial"/>
              </a:rPr>
              <a:t>確認：中立化なしの収益性Q5を出す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816351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Q5とQ1の非対称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7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文献はD10−D1のスプレッド。roe_act は L/S +6.1%*だが Q5単独は非有意＝低収益（ジャンク）側の負けが半分を担う。空売り制約下では歪みが悪い側に溜まる（Miller 1977）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081527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0305C"/>
                </a:solidFill>
                <a:latin typeface="Arial"/>
              </a:rPr>
              <a:t>対応：収益性はQ1除外で使う（v2）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4096511"/>
            <a:ext cx="329184" cy="329184"/>
          </a:xfrm>
          <a:prstGeom prst="ellipse">
            <a:avLst/>
          </a:prstGeom>
          <a:solidFill>
            <a:srgbClr val="C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79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2019年以降のクオリティ・ディレーティング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35353"/>
                </a:solidFill>
                <a:latin typeface="Arial"/>
              </a:rPr>
              <a:t>高クオリティ銘柄は2018–21年にPER60〜80倍まで買われ、22–25年に解消。文献のサンプル終了（2021年3月）はほぼ頂点。本検証はその解消局面を含む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36168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0305C"/>
                </a:solidFill>
                <a:latin typeface="Arial"/>
              </a:rPr>
              <a:t>確認：収益性Q5のIS/OOS分割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394960"/>
            <a:ext cx="9326880" cy="457200"/>
          </a:xfrm>
          <a:prstGeom prst="roundRect">
            <a:avLst>
              <a:gd name="adj" fmla="val 6000"/>
            </a:avLst>
          </a:prstGeom>
          <a:solidFill>
            <a:srgbClr val="00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主張：インドのクオリティ・プレミアムは「買って取る」ものではなく「避けて取る」もの。v1のD（規律）はその買える部分、v2の除外レイヤーが避ける部分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留保と次の一手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v1は「ストーリーどおりに動く」ことを確認した段階。実装前に潰すべき論点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572000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B2420"/>
                </a:solidFill>
                <a:latin typeface="Arial"/>
              </a:rPr>
              <a:t>留保（正直に言うべきこと）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206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コスト前：回転率405%/年→約4%/年。純超過は+8%前後の見込み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素材選定は同一データのスキャン。IS/OOSはウェイトの頑健性であって素材選定の頑健性ではない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交差項の棄却は多重検定規律の結果であり機序の否定ではない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acc_bs の符号、dlt_*_5y と ta_grw の重複は要確認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63040"/>
            <a:ext cx="4572000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57800" y="16002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305C"/>
                </a:solidFill>
                <a:latin typeface="Arial"/>
              </a:rPr>
              <a:t>次の一手（v2）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011680"/>
            <a:ext cx="4206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除外レイヤー：割高・無配・調達・膨張・高ボラの該当数≥2で除外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四半期リバランス版（A/BのIC減衰から有望）でコスト圧縮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cgo欠損バケット（−5.8%/年）を回避ルールに転用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収益性はQ1除外として再検証。金融セクターは別定義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00" b="0" i="0">
                <a:solidFill>
                  <a:srgbClr val="535353"/>
                </a:solidFill>
                <a:latin typeface="Arial"/>
              </a:rPr>
              <a:t>• プロモーター質権・持分（外部データ）をD側に追加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2356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真のOOSは2026年8月以降のライブ運用データのみ——ペーパー運用の開始を提案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mura 2013 v11jp">
  <a:themeElements>
    <a:clrScheme name="Nomura 2013 v11j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B2420"/>
      </a:accent1>
      <a:accent2>
        <a:srgbClr val="737374"/>
      </a:accent2>
      <a:accent3>
        <a:srgbClr val="80A9AE"/>
      </a:accent3>
      <a:accent4>
        <a:srgbClr val="00305C"/>
      </a:accent4>
      <a:accent5>
        <a:srgbClr val="80003F"/>
      </a:accent5>
      <a:accent6>
        <a:srgbClr val="CC8D19"/>
      </a:accent6>
      <a:hlink>
        <a:srgbClr val="0000FF"/>
      </a:hlink>
      <a:folHlink>
        <a:srgbClr val="FF00FF"/>
      </a:folHlink>
    </a:clrScheme>
    <a:fontScheme name="Nomura 2013 v11jp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Nomura 2013 v11j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omura 2013 v11jp">
  <a:themeElements>
    <a:clrScheme name="Nomura 2013 v11j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B2420"/>
      </a:accent1>
      <a:accent2>
        <a:srgbClr val="737374"/>
      </a:accent2>
      <a:accent3>
        <a:srgbClr val="80A9AE"/>
      </a:accent3>
      <a:accent4>
        <a:srgbClr val="00305C"/>
      </a:accent4>
      <a:accent5>
        <a:srgbClr val="80003F"/>
      </a:accent5>
      <a:accent6>
        <a:srgbClr val="CC8D19"/>
      </a:accent6>
      <a:hlink>
        <a:srgbClr val="0000FF"/>
      </a:hlink>
      <a:folHlink>
        <a:srgbClr val="FF00FF"/>
      </a:folHlink>
    </a:clrScheme>
    <a:fontScheme name="Nomura 2013 v11jp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Nomura 2013 v11j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